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35"/>
  </p:notesMasterIdLst>
  <p:sldIdLst>
    <p:sldId id="352" r:id="rId2"/>
    <p:sldId id="353" r:id="rId3"/>
    <p:sldId id="354" r:id="rId4"/>
    <p:sldId id="355" r:id="rId5"/>
    <p:sldId id="356" r:id="rId6"/>
    <p:sldId id="357" r:id="rId7"/>
    <p:sldId id="390" r:id="rId8"/>
    <p:sldId id="391" r:id="rId9"/>
    <p:sldId id="392" r:id="rId10"/>
    <p:sldId id="393" r:id="rId11"/>
    <p:sldId id="394" r:id="rId12"/>
    <p:sldId id="358" r:id="rId13"/>
    <p:sldId id="359" r:id="rId14"/>
    <p:sldId id="360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hi Thu Huong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1" autoAdjust="0"/>
    <p:restoredTop sz="94728" autoAdjust="0"/>
  </p:normalViewPr>
  <p:slideViewPr>
    <p:cSldViewPr>
      <p:cViewPr varScale="1">
        <p:scale>
          <a:sx n="48" d="100"/>
          <a:sy n="48" d="100"/>
        </p:scale>
        <p:origin x="1059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3F15C3D-D874-4DC1-B1FC-71EB1CBE1A5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224161C-F52F-4D2C-9406-434A9E49070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8E84B9A-76EF-41BE-90C9-A6129475224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038721AB-1653-4B25-B904-6086A0B301C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92C6AE0C-53B3-45A1-9E41-7A1E0259C8A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1401218F-3C30-4EA7-B086-3077E6FFC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B095C75-C897-4969-9A0D-9DF38ACEAB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3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00543642-111A-4CBD-AA8B-FD80B24013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78462A67-2B92-49BD-A0CB-395CB4B4B6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5810661-3449-4FA9-9590-E7F778A65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1F8782-F27D-47F7-990A-C08C5D7A3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12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F2EFD5-FD00-420D-99A3-5EB45C260F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CB928CE-4298-4FDD-A1A9-28D3E80135F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0AA11-A9F1-415A-94D5-8FCCEECCA2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1FA9A816-442B-4190-B01E-95DEC78DA00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16F8BC-0B8D-410B-96DB-23A3242301B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E294B6-4BD8-42A4-B7AB-F72F822E87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CCAA515-9FCB-4358-AB39-B49212574C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93B342F-7942-4626-BCCD-5771ABF0EAD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0E6E65-D0D8-4B98-A059-AD101AD912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4A3E002-A3BC-4E24-9686-0CB8AEF8E8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B0FE1-D26B-44BB-89A7-B8044220BC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8EB416A-0157-49AB-A804-A01148B2762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5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836474-F64E-4B60-8B4A-8FF8408B4F2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AFEACF6-C8F8-43FE-8913-6A543DC107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C2E92-1C9C-4248-A993-4D5AFF952F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911CEE0-628C-4643-ACE4-1DED00711BD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6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18E88E-5CAC-4E69-A98D-10A4E6C41A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63629B4-A263-490E-8B3B-8A18E2E333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5C476-0A6F-43CC-A5B9-CB2CBCE127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00DC19E1-8452-4142-B246-260FBA8ECA2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0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1138C6-8E58-4D6C-BF23-C135D1C192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3BD69-EF7B-41FB-BC79-43F4329C75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3C814-C51C-42F3-AC26-C05593C130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AB567C3C-3B8B-4750-883A-6049DBFBF42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8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DA7D8C8-A76B-4278-B169-EEF0AB011C1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3DDA826-9A19-4E92-9709-B7D516047B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2C5A2-0372-40C8-9826-93C6593A55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E4FD83A6-D122-4807-B1D9-FCBD6BF1990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6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FB418E-46A1-457C-8428-6316ED449D0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03DA87B-37B6-42D8-9DB7-55C3FCE0DA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785FE-70FA-4BA2-8113-0FF22AD25B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5DBAEDF-357D-4B60-B2F4-B28031AE3A7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24CBEC-B75C-4C9F-B08C-F8244395A5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E6068F-CFC2-4F89-890B-9561997221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23E23-573A-4048-B6E4-01102281B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2594597-63D5-4300-A3BC-C3CD2740C7E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54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3802117-CA57-4A01-9F04-843D3C731D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16E38F5-90CB-49D3-B6A1-2659DFC658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362C21-D351-4C15-A9F6-D362A7BD7F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D724C03-B47E-405C-BD37-584C11D1D15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10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75016B-569D-4F39-857D-C843750006C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018334-26A6-491C-969F-930542F251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9F6B1-6255-464F-9876-AA9B9EEBE9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A41A811-E988-4057-AF1B-FD4B4758FCD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8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964ACE5-B304-45E3-9444-46FCA121CD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2C9C1B3-EF2E-439D-BB6D-C791404CCC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21E2DEC8-8719-4C60-9BCC-01468061EC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14">
            <a:extLst>
              <a:ext uri="{FF2B5EF4-FFF2-40B4-BE49-F238E27FC236}">
                <a16:creationId xmlns:a16="http://schemas.microsoft.com/office/drawing/2014/main" id="{6B368835-00C7-47CD-8623-EEEF5F7F9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15">
            <a:extLst>
              <a:ext uri="{FF2B5EF4-FFF2-40B4-BE49-F238E27FC236}">
                <a16:creationId xmlns:a16="http://schemas.microsoft.com/office/drawing/2014/main" id="{C6B45BB3-FD35-43AF-AF49-090538E97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855B72C6-776F-492A-AFD8-FF97D97605E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56" r:id="rId2"/>
    <p:sldLayoutId id="2147483767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9C39915-4A3C-42E2-95D6-A155114265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62100" y="2057400"/>
            <a:ext cx="6019800" cy="1719263"/>
          </a:xfrm>
        </p:spPr>
        <p:txBody>
          <a:bodyPr/>
          <a:lstStyle/>
          <a:p>
            <a:pPr algn="ctr" eaLnBrk="1" hangingPunct="1"/>
            <a:r>
              <a:rPr lang="en-US" alt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Unit12</a:t>
            </a:r>
            <a:br>
              <a:rPr lang="en-US" alt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E3D043-401E-43A7-9946-DE5E127CB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03288"/>
          </a:xfrm>
        </p:spPr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67669A4-C747-44A2-98CB-EC58EA013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1325" y="1447800"/>
            <a:ext cx="8229600" cy="3384550"/>
          </a:xfrm>
        </p:spPr>
        <p:txBody>
          <a:bodyPr/>
          <a:lstStyle/>
          <a:p>
            <a:pPr eaLnBrk="1" hangingPunct="1"/>
            <a:r>
              <a:rPr lang="en-US" altLang="en-US" sz="2800"/>
              <a:t>Criteria for Code-Improving Transformation:</a:t>
            </a:r>
          </a:p>
          <a:p>
            <a:pPr lvl="1" eaLnBrk="1" hangingPunct="1"/>
            <a:r>
              <a:rPr lang="en-US" altLang="en-US"/>
              <a:t>Meaning must be preserved (correctness)</a:t>
            </a:r>
          </a:p>
          <a:p>
            <a:pPr lvl="1" eaLnBrk="1" hangingPunct="1"/>
            <a:r>
              <a:rPr lang="en-US" altLang="en-US"/>
              <a:t>Speedup must occur on average.</a:t>
            </a:r>
          </a:p>
          <a:p>
            <a:pPr lvl="1" eaLnBrk="1" hangingPunct="1"/>
            <a:r>
              <a:rPr lang="en-US" altLang="en-US"/>
              <a:t>Work done must be worth the effort.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2800"/>
              <a:t>Opportunities:</a:t>
            </a:r>
          </a:p>
          <a:p>
            <a:pPr lvl="1" eaLnBrk="1" hangingPunct="1"/>
            <a:r>
              <a:rPr lang="en-US" altLang="en-US"/>
              <a:t>Programmer (algorithm, directives)</a:t>
            </a:r>
          </a:p>
          <a:p>
            <a:pPr lvl="1" eaLnBrk="1" hangingPunct="1"/>
            <a:r>
              <a:rPr lang="en-US" altLang="en-US"/>
              <a:t>Intermediate code</a:t>
            </a:r>
          </a:p>
          <a:p>
            <a:pPr lvl="1" eaLnBrk="1" hangingPunct="1"/>
            <a:r>
              <a:rPr lang="en-US" altLang="en-US"/>
              <a:t>Target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B120F30-6B79-41C4-9451-ACBB1E49E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30275"/>
          </a:xfrm>
        </p:spPr>
        <p:txBody>
          <a:bodyPr/>
          <a:lstStyle/>
          <a:p>
            <a:pPr eaLnBrk="1" hangingPunct="1"/>
            <a:r>
              <a:rPr lang="en-US" altLang="en-US"/>
              <a:t>Peephole Optimizations 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9FB5CDA6-8ACE-4804-8D44-677F595AD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33513"/>
            <a:ext cx="8077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A Simple but effective technique for locally improving the code is peephole optimization,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a method for trying to improve the performance of the  program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000">
                <a:latin typeface="Times New Roman" panose="02020603050405020304" pitchFamily="18" charset="0"/>
              </a:rPr>
              <a:t>by examining a short sequence of  instructions and replacing these instructions by a shorter or faster sequence whenever possible.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262BED7D-3ECA-4299-A907-CFC370531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81400"/>
            <a:ext cx="72390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Characteristics of peephole optimization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Redundant instruction elimination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Flow of control information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Algebraic Simplification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Use of machine Idioms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A0DFF4B-6328-4C99-8EC9-7D9D3A299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/>
              <a:t>Peephole Optimizations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B4DA2C7-3422-4D7A-9F0E-6927B1F41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458200" cy="4876800"/>
          </a:xfrm>
        </p:spPr>
        <p:txBody>
          <a:bodyPr/>
          <a:lstStyle/>
          <a:p>
            <a:pPr eaLnBrk="1" hangingPunct="1"/>
            <a:r>
              <a:rPr lang="en-US" altLang="en-US" sz="2400" b="1" u="sng">
                <a:solidFill>
                  <a:srgbClr val="CC3300"/>
                </a:solidFill>
              </a:rPr>
              <a:t>Constant Folding</a:t>
            </a:r>
            <a:r>
              <a:rPr lang="en-US" altLang="en-US" sz="2400"/>
              <a:t>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" pitchFamily="49" charset="0"/>
              </a:rPr>
              <a:t>x := 32</a:t>
            </a:r>
            <a:r>
              <a:rPr lang="en-US" altLang="en-US" sz="2400"/>
              <a:t>                   becomes      </a:t>
            </a:r>
            <a:r>
              <a:rPr lang="en-US" altLang="en-US" sz="2400">
                <a:latin typeface="Courier" pitchFamily="49" charset="0"/>
              </a:rPr>
              <a:t>x := 64</a:t>
            </a:r>
            <a:r>
              <a:rPr lang="en-US" altLang="en-US" sz="2400"/>
              <a:t>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" pitchFamily="49" charset="0"/>
              </a:rPr>
              <a:t>x := x + 32</a:t>
            </a:r>
            <a:r>
              <a:rPr lang="en-US" altLang="en-US" sz="2400"/>
              <a:t>  </a:t>
            </a:r>
          </a:p>
          <a:p>
            <a:pPr eaLnBrk="1" hangingPunct="1"/>
            <a:r>
              <a:rPr lang="en-US" altLang="en-US" sz="2400" b="1" u="sng">
                <a:solidFill>
                  <a:srgbClr val="CC3300"/>
                </a:solidFill>
              </a:rPr>
              <a:t>Unreachable Code</a:t>
            </a:r>
            <a:r>
              <a:rPr lang="en-US" altLang="en-US" sz="2400"/>
              <a:t>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" pitchFamily="49" charset="0"/>
              </a:rPr>
              <a:t>goto L2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" pitchFamily="49" charset="0"/>
              </a:rPr>
              <a:t>x := x + 1</a:t>
            </a:r>
            <a:r>
              <a:rPr lang="en-US" altLang="en-US" sz="2400"/>
              <a:t>     </a:t>
            </a:r>
            <a:r>
              <a:rPr lang="en-US" altLang="en-US" sz="2400">
                <a:sym typeface="Wingdings" panose="05000000000000000000" pitchFamily="2" charset="2"/>
              </a:rPr>
              <a:t> </a:t>
            </a:r>
            <a:r>
              <a:rPr lang="en-US" altLang="en-US" sz="2400"/>
              <a:t>  No need</a:t>
            </a:r>
          </a:p>
          <a:p>
            <a:pPr eaLnBrk="1" hangingPunct="1"/>
            <a:r>
              <a:rPr lang="en-US" altLang="en-US" sz="2400" b="1" u="sng">
                <a:solidFill>
                  <a:srgbClr val="CC3300"/>
                </a:solidFill>
              </a:rPr>
              <a:t>Flow of control optimizations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" pitchFamily="49" charset="0"/>
              </a:rPr>
              <a:t>goto L1</a:t>
            </a:r>
            <a:r>
              <a:rPr lang="en-US" altLang="en-US" sz="2400"/>
              <a:t>                    becomes       </a:t>
            </a:r>
            <a:r>
              <a:rPr lang="en-US" altLang="en-US" sz="2400">
                <a:latin typeface="Courier" pitchFamily="49" charset="0"/>
              </a:rPr>
              <a:t>goto L2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…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Courier" pitchFamily="49" charset="0"/>
              </a:rPr>
              <a:t>L1: goto L2</a:t>
            </a:r>
            <a:r>
              <a:rPr lang="en-US" altLang="en-US" sz="2400"/>
              <a:t>   </a:t>
            </a:r>
            <a:r>
              <a:rPr lang="en-US" altLang="en-US" sz="2400">
                <a:sym typeface="Wingdings" panose="05000000000000000000" pitchFamily="2" charset="2"/>
              </a:rPr>
              <a:t> </a:t>
            </a:r>
            <a:r>
              <a:rPr lang="en-US" altLang="en-US" sz="2400"/>
              <a:t>  No needed if no other L1 branch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DCAC4F4-29D1-4A68-B22E-07AED9928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Peephole Optimizations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B706022-C81A-4545-8456-3E415D7FA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en-US" sz="3600" b="1" u="sng">
                <a:solidFill>
                  <a:srgbClr val="CC3300"/>
                </a:solidFill>
              </a:rPr>
              <a:t>Algebraic Simplification</a:t>
            </a:r>
            <a:r>
              <a:rPr lang="en-US" altLang="en-US"/>
              <a:t>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" pitchFamily="49" charset="0"/>
              </a:rPr>
              <a:t>x := x + 0</a:t>
            </a:r>
            <a:r>
              <a:rPr lang="en-US" altLang="en-US"/>
              <a:t>   </a:t>
            </a:r>
            <a:r>
              <a:rPr lang="en-US" altLang="en-US">
                <a:sym typeface="Wingdings" panose="05000000000000000000" pitchFamily="2" charset="2"/>
              </a:rPr>
              <a:t> </a:t>
            </a:r>
            <a:r>
              <a:rPr lang="en-US" altLang="en-US"/>
              <a:t>  No needed   </a:t>
            </a:r>
          </a:p>
          <a:p>
            <a:pPr eaLnBrk="1" hangingPunct="1"/>
            <a:r>
              <a:rPr lang="en-US" altLang="en-US" sz="3600" b="1" u="sng">
                <a:solidFill>
                  <a:srgbClr val="CC3300"/>
                </a:solidFill>
              </a:rPr>
              <a:t>Dead code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" pitchFamily="49" charset="0"/>
              </a:rPr>
              <a:t>x := 32</a:t>
            </a:r>
            <a:r>
              <a:rPr lang="en-US" altLang="en-US"/>
              <a:t>  </a:t>
            </a:r>
            <a:r>
              <a:rPr lang="en-US" altLang="en-US">
                <a:sym typeface="Wingdings" panose="05000000000000000000" pitchFamily="2" charset="2"/>
              </a:rPr>
              <a:t> </a:t>
            </a:r>
            <a:r>
              <a:rPr lang="en-US" altLang="en-US"/>
              <a:t>  where x not used after statement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" pitchFamily="49" charset="0"/>
              </a:rPr>
              <a:t>y := x + y</a:t>
            </a:r>
            <a:r>
              <a:rPr lang="en-US" altLang="en-US"/>
              <a:t>                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</a:t>
            </a:r>
            <a:r>
              <a:rPr lang="en-US" altLang="en-US">
                <a:latin typeface="Courier" pitchFamily="49" charset="0"/>
              </a:rPr>
              <a:t>y := y + 32 </a:t>
            </a:r>
          </a:p>
          <a:p>
            <a:pPr eaLnBrk="1" hangingPunct="1"/>
            <a:r>
              <a:rPr lang="en-US" altLang="en-US" sz="3600" b="1" u="sng">
                <a:solidFill>
                  <a:srgbClr val="CC3300"/>
                </a:solidFill>
              </a:rPr>
              <a:t> Reduction in strength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urier" pitchFamily="49" charset="0"/>
              </a:rPr>
              <a:t>x := x * 2</a:t>
            </a:r>
            <a:r>
              <a:rPr lang="en-US" altLang="en-US"/>
              <a:t>                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>
                <a:latin typeface="Courier" pitchFamily="49" charset="0"/>
              </a:rPr>
              <a:t>x := x + x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 				 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  <a:r>
              <a:rPr lang="en-US" altLang="en-US"/>
              <a:t>x := x &lt;&lt; 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>
              <a:latin typeface="Courier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4C314BC-6E8C-49A3-BA67-7B19E14D1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Block Level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5D03371-E0D3-49D7-9A1F-4AC5D4240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2209800"/>
            <a:ext cx="5405438" cy="1754188"/>
          </a:xfrm>
        </p:spPr>
        <p:txBody>
          <a:bodyPr/>
          <a:lstStyle/>
          <a:p>
            <a:pPr marL="381000" indent="-381000" eaLnBrk="1" hangingPunct="1">
              <a:buFontTx/>
              <a:buAutoNum type="arabicPeriod"/>
            </a:pPr>
            <a:r>
              <a:rPr lang="en-US" altLang="en-US"/>
              <a:t>Common subexpression elimination</a:t>
            </a:r>
          </a:p>
          <a:p>
            <a:pPr marL="381000" indent="-381000" eaLnBrk="1" hangingPunct="1">
              <a:buFontTx/>
              <a:buAutoNum type="arabicPeriod"/>
            </a:pPr>
            <a:r>
              <a:rPr lang="en-US" altLang="en-US"/>
              <a:t>Constant Propagation</a:t>
            </a:r>
          </a:p>
          <a:p>
            <a:pPr marL="381000" indent="-381000" eaLnBrk="1" hangingPunct="1">
              <a:buFontTx/>
              <a:buAutoNum type="arabicPeriod"/>
            </a:pPr>
            <a:r>
              <a:rPr lang="en-US" altLang="en-US"/>
              <a:t>Copy Propagation</a:t>
            </a:r>
          </a:p>
          <a:p>
            <a:pPr marL="381000" indent="-381000" eaLnBrk="1" hangingPunct="1">
              <a:buFontTx/>
              <a:buAutoNum type="arabicPeriod"/>
            </a:pPr>
            <a:r>
              <a:rPr lang="en-US" altLang="en-US"/>
              <a:t>Dead code elimination</a:t>
            </a:r>
          </a:p>
          <a:p>
            <a:pPr marL="381000" indent="-381000" eaLnBrk="1" hangingPunct="1">
              <a:buFontTx/>
              <a:buAutoNum type="arabicPeriod"/>
            </a:pPr>
            <a:r>
              <a:rPr lang="en-US" altLang="en-US"/>
              <a:t>…</a:t>
            </a:r>
          </a:p>
          <a:p>
            <a:pPr marL="381000" indent="-381000" eaLnBrk="1" hangingPunct="1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A54E7FD-6D58-4BF6-9A00-F6D21809F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 Graphs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0026975-2313-4804-812C-E4E35D4D0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flow graph </a:t>
            </a:r>
            <a:r>
              <a:rPr lang="en-US" altLang="en-US"/>
              <a:t>is a graphical depiction of a sequence of instructions with control flow edges</a:t>
            </a:r>
          </a:p>
          <a:p>
            <a:pPr eaLnBrk="1" hangingPunct="1"/>
            <a:r>
              <a:rPr lang="en-US" altLang="en-US"/>
              <a:t>A flow graph can be defined at the intermediate code level or target code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488C36C-C3E2-41F8-A699-3B9B10E45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Basic Blocks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0B50B22-2994-4947-830C-E51BB6E87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1325" y="14859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basic block </a:t>
            </a:r>
            <a:r>
              <a:rPr lang="en-US" altLang="en-US"/>
              <a:t>is a sequence of consecutive instructions with exactly one entry point and one exit point (with natural flow or a branch instruction)</a:t>
            </a:r>
          </a:p>
        </p:txBody>
      </p:sp>
      <p:sp>
        <p:nvSpPr>
          <p:cNvPr id="12292" name="Text Box 5">
            <a:extLst>
              <a:ext uri="{FF2B5EF4-FFF2-40B4-BE49-F238E27FC236}">
                <a16:creationId xmlns:a16="http://schemas.microsoft.com/office/drawing/2014/main" id="{FB1D0211-DE15-431B-AEF9-84A780E04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3581400"/>
            <a:ext cx="2284412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/>
              <a:t> Example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/>
              <a:t> </a:t>
            </a:r>
            <a:r>
              <a:rPr lang="vi-VN" altLang="en-US" sz="2400"/>
              <a:t>t1 := a * a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2400"/>
              <a:t> t2 := a * b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2400"/>
              <a:t> t3 := 2 * t2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2400"/>
              <a:t> t4 := t1 + t2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2400"/>
              <a:t> t5 := b * b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2400"/>
              <a:t> t6 := t4 + t5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F942CCA-8842-4991-A2E9-91ABBD910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Blocks and Control Flow Graphs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D1C24D5-E3D7-4C3E-B6B3-705DE3F35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 </a:t>
            </a:r>
            <a:r>
              <a:rPr lang="en-US" altLang="en-US" sz="2800" i="1"/>
              <a:t>control flow graph</a:t>
            </a:r>
            <a:r>
              <a:rPr lang="en-US" altLang="en-US" sz="2800"/>
              <a:t> (CFG) is a directed graph with basic blocks </a:t>
            </a:r>
            <a:r>
              <a:rPr lang="en-US" altLang="en-US" sz="2800" i="1"/>
              <a:t>B</a:t>
            </a:r>
            <a:r>
              <a:rPr lang="en-US" altLang="en-US" sz="2800" i="1" baseline="-25000"/>
              <a:t>i</a:t>
            </a:r>
            <a:r>
              <a:rPr lang="en-US" altLang="en-US" sz="2800"/>
              <a:t> as vertices and with edges </a:t>
            </a:r>
            <a:r>
              <a:rPr lang="en-US" altLang="en-US" sz="2800" i="1"/>
              <a:t>B</a:t>
            </a:r>
            <a:r>
              <a:rPr lang="en-US" altLang="en-US" sz="2800" i="1" baseline="-25000"/>
              <a:t>i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 i="1"/>
              <a:t>B</a:t>
            </a:r>
            <a:r>
              <a:rPr lang="en-US" altLang="en-US" sz="2800" i="1" baseline="-25000"/>
              <a:t>j</a:t>
            </a:r>
            <a:r>
              <a:rPr lang="en-US" altLang="en-US" sz="2800"/>
              <a:t> iff </a:t>
            </a:r>
            <a:r>
              <a:rPr lang="en-US" altLang="en-US" sz="2800" i="1"/>
              <a:t>B</a:t>
            </a:r>
            <a:r>
              <a:rPr lang="en-US" altLang="en-US" sz="2800" i="1" baseline="-25000"/>
              <a:t>j</a:t>
            </a:r>
            <a:r>
              <a:rPr lang="en-US" altLang="en-US" sz="2800"/>
              <a:t> can be executed immediately after </a:t>
            </a:r>
            <a:r>
              <a:rPr lang="en-US" altLang="en-US" sz="2800" i="1"/>
              <a:t>B</a:t>
            </a:r>
            <a:r>
              <a:rPr lang="en-US" altLang="en-US" sz="2800" i="1" baseline="-25000"/>
              <a:t>i</a:t>
            </a:r>
            <a:endParaRPr lang="en-US" altLang="en-US" sz="2800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381A76C7-D111-4928-8A74-95FAA55E1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86200"/>
            <a:ext cx="2286000" cy="534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/>
              <a:t>(1) </a:t>
            </a:r>
            <a:r>
              <a:rPr lang="vi-VN" altLang="en-US" sz="1800"/>
              <a:t>prod := 0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(2) i := 1 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FFFDCA28-4215-4960-8B0C-35C7185F5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" y="3886200"/>
            <a:ext cx="2338388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/>
              <a:t>(</a:t>
            </a:r>
            <a:r>
              <a:rPr lang="vi-VN" altLang="en-US" sz="1800"/>
              <a:t>1) prod := 0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(2) i := 1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(3) t1 := 4 * i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(4) t2 := a[t1]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(5) t3 := 4 * i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(6) t4 := b[t3]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(7) t5 := t2 * t4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(8) t6 := prod + t5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(9) prod := t6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(10) t7 := i + 1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(11) i := t7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(12) if i&lt;=20 goto (3) 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80DCC2F5-2688-403D-93D6-0ECB458CD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5663" y="4554538"/>
            <a:ext cx="2286000" cy="2197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700"/>
              <a:t>(3) </a:t>
            </a:r>
            <a:r>
              <a:rPr lang="vi-VN" altLang="en-US" sz="1700"/>
              <a:t>t1 := 4 * i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(4) t2 := a[t1]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(5) t3 := 4 * i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(6) t4 := b[t3]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(7) t5 := t2 * t4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(8) t6 := prod + t5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(9) prod := t6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(10) t7 := i + 1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(11) i := t7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700"/>
              <a:t>(12) if i&lt;=20 goto (3</a:t>
            </a:r>
            <a:r>
              <a:rPr lang="en-US" altLang="en-US" sz="1700"/>
              <a:t>)</a:t>
            </a:r>
            <a:endParaRPr lang="en-US" altLang="en-US" sz="1700" b="1">
              <a:latin typeface="Courier New" panose="02070309020205020404" pitchFamily="49" charset="0"/>
            </a:endParaRPr>
          </a:p>
        </p:txBody>
      </p:sp>
      <p:sp>
        <p:nvSpPr>
          <p:cNvPr id="13319" name="AutoShape 8">
            <a:extLst>
              <a:ext uri="{FF2B5EF4-FFF2-40B4-BE49-F238E27FC236}">
                <a16:creationId xmlns:a16="http://schemas.microsoft.com/office/drawing/2014/main" id="{6FEB91CE-4A36-467D-AA2E-FF318334A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953000"/>
            <a:ext cx="533400" cy="685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0" name="Freeform 9">
            <a:extLst>
              <a:ext uri="{FF2B5EF4-FFF2-40B4-BE49-F238E27FC236}">
                <a16:creationId xmlns:a16="http://schemas.microsoft.com/office/drawing/2014/main" id="{20A63958-6994-4571-9AD2-2801B844CA43}"/>
              </a:ext>
            </a:extLst>
          </p:cNvPr>
          <p:cNvSpPr>
            <a:spLocks/>
          </p:cNvSpPr>
          <p:nvPr/>
        </p:nvSpPr>
        <p:spPr bwMode="auto">
          <a:xfrm>
            <a:off x="4343400" y="4421188"/>
            <a:ext cx="304800" cy="1598612"/>
          </a:xfrm>
          <a:custGeom>
            <a:avLst/>
            <a:gdLst>
              <a:gd name="T0" fmla="*/ 2147483646 w 192"/>
              <a:gd name="T1" fmla="*/ 0 h 768"/>
              <a:gd name="T2" fmla="*/ 0 w 192"/>
              <a:gd name="T3" fmla="*/ 2147483646 h 768"/>
              <a:gd name="T4" fmla="*/ 2147483646 w 192"/>
              <a:gd name="T5" fmla="*/ 2147483646 h 768"/>
              <a:gd name="T6" fmla="*/ 0 60000 65536"/>
              <a:gd name="T7" fmla="*/ 0 60000 65536"/>
              <a:gd name="T8" fmla="*/ 0 60000 65536"/>
              <a:gd name="T9" fmla="*/ 0 w 192"/>
              <a:gd name="T10" fmla="*/ 0 h 768"/>
              <a:gd name="T11" fmla="*/ 192 w 19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768">
                <a:moveTo>
                  <a:pt x="192" y="0"/>
                </a:moveTo>
                <a:cubicBezTo>
                  <a:pt x="96" y="104"/>
                  <a:pt x="0" y="208"/>
                  <a:pt x="0" y="336"/>
                </a:cubicBezTo>
                <a:cubicBezTo>
                  <a:pt x="0" y="464"/>
                  <a:pt x="96" y="616"/>
                  <a:pt x="192" y="76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Line 10">
            <a:extLst>
              <a:ext uri="{FF2B5EF4-FFF2-40B4-BE49-F238E27FC236}">
                <a16:creationId xmlns:a16="http://schemas.microsoft.com/office/drawing/2014/main" id="{6B866879-59D9-4436-A71F-1ECF91804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5715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Freeform 11">
            <a:extLst>
              <a:ext uri="{FF2B5EF4-FFF2-40B4-BE49-F238E27FC236}">
                <a16:creationId xmlns:a16="http://schemas.microsoft.com/office/drawing/2014/main" id="{5C0B6059-9E2F-457A-A4FA-573858115A43}"/>
              </a:ext>
            </a:extLst>
          </p:cNvPr>
          <p:cNvSpPr>
            <a:spLocks/>
          </p:cNvSpPr>
          <p:nvPr/>
        </p:nvSpPr>
        <p:spPr bwMode="auto">
          <a:xfrm flipH="1" flipV="1">
            <a:off x="6934200" y="4267200"/>
            <a:ext cx="381000" cy="2133600"/>
          </a:xfrm>
          <a:custGeom>
            <a:avLst/>
            <a:gdLst>
              <a:gd name="T0" fmla="*/ 2147483646 w 192"/>
              <a:gd name="T1" fmla="*/ 0 h 768"/>
              <a:gd name="T2" fmla="*/ 0 w 192"/>
              <a:gd name="T3" fmla="*/ 2147483646 h 768"/>
              <a:gd name="T4" fmla="*/ 2147483646 w 192"/>
              <a:gd name="T5" fmla="*/ 2147483646 h 768"/>
              <a:gd name="T6" fmla="*/ 0 60000 65536"/>
              <a:gd name="T7" fmla="*/ 0 60000 65536"/>
              <a:gd name="T8" fmla="*/ 0 60000 65536"/>
              <a:gd name="T9" fmla="*/ 0 w 192"/>
              <a:gd name="T10" fmla="*/ 0 h 768"/>
              <a:gd name="T11" fmla="*/ 192 w 19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768">
                <a:moveTo>
                  <a:pt x="192" y="0"/>
                </a:moveTo>
                <a:cubicBezTo>
                  <a:pt x="96" y="104"/>
                  <a:pt x="0" y="208"/>
                  <a:pt x="0" y="336"/>
                </a:cubicBezTo>
                <a:cubicBezTo>
                  <a:pt x="0" y="464"/>
                  <a:pt x="96" y="616"/>
                  <a:pt x="192" y="76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12">
            <a:extLst>
              <a:ext uri="{FF2B5EF4-FFF2-40B4-BE49-F238E27FC236}">
                <a16:creationId xmlns:a16="http://schemas.microsoft.com/office/drawing/2014/main" id="{27DB3F9E-0750-48F9-B812-8C398FC92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6400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4E1DC89-E092-4B80-9C97-3BF355E82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Successor and Predecessor Blocks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E2114EA-F170-4AD6-B82E-4F84637608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Suppose the CFG has an edge </a:t>
            </a:r>
            <a:r>
              <a:rPr lang="en-US" altLang="en-US" i="1"/>
              <a:t>B</a:t>
            </a:r>
            <a:r>
              <a:rPr lang="en-US" altLang="en-US" baseline="-25000"/>
              <a:t>1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 i="1"/>
              <a:t>B</a:t>
            </a:r>
            <a:r>
              <a:rPr lang="en-US" altLang="en-US" baseline="-25000"/>
              <a:t>2</a:t>
            </a:r>
            <a:endParaRPr lang="en-US" altLang="en-US"/>
          </a:p>
          <a:p>
            <a:pPr lvl="1" eaLnBrk="1" hangingPunct="1"/>
            <a:r>
              <a:rPr lang="en-US" altLang="en-US"/>
              <a:t>Basic block </a:t>
            </a:r>
            <a:r>
              <a:rPr lang="en-US" altLang="en-US" i="1"/>
              <a:t>B</a:t>
            </a:r>
            <a:r>
              <a:rPr lang="en-US" altLang="en-US" baseline="-25000"/>
              <a:t>1</a:t>
            </a:r>
            <a:r>
              <a:rPr lang="en-US" altLang="en-US"/>
              <a:t> is a </a:t>
            </a:r>
            <a:r>
              <a:rPr lang="en-US" altLang="en-US" i="1"/>
              <a:t>predecessor</a:t>
            </a:r>
            <a:r>
              <a:rPr lang="en-US" altLang="en-US"/>
              <a:t> of </a:t>
            </a:r>
            <a:r>
              <a:rPr lang="en-US" altLang="en-US" i="1"/>
              <a:t>B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Basic block </a:t>
            </a:r>
            <a:r>
              <a:rPr lang="en-US" altLang="en-US" i="1"/>
              <a:t>B</a:t>
            </a:r>
            <a:r>
              <a:rPr lang="en-US" altLang="en-US" baseline="-25000"/>
              <a:t>2</a:t>
            </a:r>
            <a:r>
              <a:rPr lang="en-US" altLang="en-US"/>
              <a:t> is a </a:t>
            </a:r>
            <a:r>
              <a:rPr lang="en-US" altLang="en-US" i="1"/>
              <a:t>successor</a:t>
            </a:r>
            <a:r>
              <a:rPr lang="en-US" altLang="en-US"/>
              <a:t> of </a:t>
            </a:r>
            <a:r>
              <a:rPr lang="en-US" altLang="en-US" i="1"/>
              <a:t>B</a:t>
            </a:r>
            <a:r>
              <a:rPr lang="en-US" altLang="en-US" baseline="-25000"/>
              <a:t>1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09A3B570-43AB-4F56-A34A-9CC496FD6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617913"/>
            <a:ext cx="2286000" cy="536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prod := 0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(2) i := 1 </a:t>
            </a:r>
          </a:p>
        </p:txBody>
      </p:sp>
      <p:sp>
        <p:nvSpPr>
          <p:cNvPr id="14341" name="Text Box 6">
            <a:extLst>
              <a:ext uri="{FF2B5EF4-FFF2-40B4-BE49-F238E27FC236}">
                <a16:creationId xmlns:a16="http://schemas.microsoft.com/office/drawing/2014/main" id="{95A544F4-EC90-4709-B304-0BE9C40B8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4286250"/>
            <a:ext cx="2286000" cy="2320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t1 := 4 * i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(4) t2 := a[t1] 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(5) t3 := 4 * i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(6) t4 := b[t3]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(7) t5 := t2 * t4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(8) t6 := prod + t5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(9) prod := t6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(10) t7 := i + 1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(11) i := t7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vi-VN" altLang="en-US" sz="1800"/>
              <a:t>(12) if i&lt;=20 goto (3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4342" name="Freeform 9">
            <a:extLst>
              <a:ext uri="{FF2B5EF4-FFF2-40B4-BE49-F238E27FC236}">
                <a16:creationId xmlns:a16="http://schemas.microsoft.com/office/drawing/2014/main" id="{17D4E3E9-8104-49B3-8F9D-9F1D035498C5}"/>
              </a:ext>
            </a:extLst>
          </p:cNvPr>
          <p:cNvSpPr>
            <a:spLocks/>
          </p:cNvSpPr>
          <p:nvPr/>
        </p:nvSpPr>
        <p:spPr bwMode="auto">
          <a:xfrm>
            <a:off x="2667000" y="4154488"/>
            <a:ext cx="304800" cy="1597025"/>
          </a:xfrm>
          <a:custGeom>
            <a:avLst/>
            <a:gdLst>
              <a:gd name="T0" fmla="*/ 2147483646 w 192"/>
              <a:gd name="T1" fmla="*/ 0 h 768"/>
              <a:gd name="T2" fmla="*/ 0 w 192"/>
              <a:gd name="T3" fmla="*/ 2147483646 h 768"/>
              <a:gd name="T4" fmla="*/ 2147483646 w 192"/>
              <a:gd name="T5" fmla="*/ 2147483646 h 768"/>
              <a:gd name="T6" fmla="*/ 0 60000 65536"/>
              <a:gd name="T7" fmla="*/ 0 60000 65536"/>
              <a:gd name="T8" fmla="*/ 0 60000 65536"/>
              <a:gd name="T9" fmla="*/ 0 w 192"/>
              <a:gd name="T10" fmla="*/ 0 h 768"/>
              <a:gd name="T11" fmla="*/ 192 w 19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768">
                <a:moveTo>
                  <a:pt x="192" y="0"/>
                </a:moveTo>
                <a:cubicBezTo>
                  <a:pt x="96" y="104"/>
                  <a:pt x="0" y="208"/>
                  <a:pt x="0" y="336"/>
                </a:cubicBezTo>
                <a:cubicBezTo>
                  <a:pt x="0" y="464"/>
                  <a:pt x="96" y="616"/>
                  <a:pt x="192" y="76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Freeform 11">
            <a:extLst>
              <a:ext uri="{FF2B5EF4-FFF2-40B4-BE49-F238E27FC236}">
                <a16:creationId xmlns:a16="http://schemas.microsoft.com/office/drawing/2014/main" id="{978BA371-2E5C-4BF0-8FBC-88BFC84FF381}"/>
              </a:ext>
            </a:extLst>
          </p:cNvPr>
          <p:cNvSpPr>
            <a:spLocks/>
          </p:cNvSpPr>
          <p:nvPr/>
        </p:nvSpPr>
        <p:spPr bwMode="auto">
          <a:xfrm flipH="1" flipV="1">
            <a:off x="5257800" y="3998913"/>
            <a:ext cx="381000" cy="2133600"/>
          </a:xfrm>
          <a:custGeom>
            <a:avLst/>
            <a:gdLst>
              <a:gd name="T0" fmla="*/ 2147483646 w 192"/>
              <a:gd name="T1" fmla="*/ 0 h 768"/>
              <a:gd name="T2" fmla="*/ 0 w 192"/>
              <a:gd name="T3" fmla="*/ 2147483646 h 768"/>
              <a:gd name="T4" fmla="*/ 2147483646 w 192"/>
              <a:gd name="T5" fmla="*/ 2147483646 h 768"/>
              <a:gd name="T6" fmla="*/ 0 60000 65536"/>
              <a:gd name="T7" fmla="*/ 0 60000 65536"/>
              <a:gd name="T8" fmla="*/ 0 60000 65536"/>
              <a:gd name="T9" fmla="*/ 0 w 192"/>
              <a:gd name="T10" fmla="*/ 0 h 768"/>
              <a:gd name="T11" fmla="*/ 192 w 192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768">
                <a:moveTo>
                  <a:pt x="192" y="0"/>
                </a:moveTo>
                <a:cubicBezTo>
                  <a:pt x="96" y="104"/>
                  <a:pt x="0" y="208"/>
                  <a:pt x="0" y="336"/>
                </a:cubicBezTo>
                <a:cubicBezTo>
                  <a:pt x="0" y="464"/>
                  <a:pt x="96" y="616"/>
                  <a:pt x="192" y="76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B0593B9-46F9-476B-B19A-508BCB146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Partition Algorithm for Basic Blocks</a:t>
            </a: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4FCF4020-80FC-49EE-83D0-BBA9FCAC6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9950"/>
            <a:ext cx="7832725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Times" panose="02020603050405020304" pitchFamily="18" charset="0"/>
              </a:rPr>
              <a:t>Input</a:t>
            </a:r>
            <a:r>
              <a:rPr lang="en-US" altLang="en-US" sz="2000">
                <a:latin typeface="Times" panose="02020603050405020304" pitchFamily="18" charset="0"/>
              </a:rPr>
              <a:t>:	A sequence of three-address statements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Times" panose="02020603050405020304" pitchFamily="18" charset="0"/>
              </a:rPr>
              <a:t>Output</a:t>
            </a:r>
            <a:r>
              <a:rPr lang="en-US" altLang="en-US" sz="2000">
                <a:latin typeface="Times" panose="02020603050405020304" pitchFamily="18" charset="0"/>
              </a:rPr>
              <a:t>: A list of basic blocks with each three-address statement</a:t>
            </a:r>
            <a:br>
              <a:rPr lang="en-US" altLang="en-US" sz="2000">
                <a:latin typeface="Times" panose="02020603050405020304" pitchFamily="18" charset="0"/>
              </a:rPr>
            </a:br>
            <a:r>
              <a:rPr lang="en-US" altLang="en-US" sz="2000">
                <a:latin typeface="Times" panose="02020603050405020304" pitchFamily="18" charset="0"/>
              </a:rPr>
              <a:t> in exactly one block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Times" panose="02020603050405020304" pitchFamily="18" charset="0"/>
              <a:buAutoNum type="arabicPeriod"/>
            </a:pPr>
            <a:r>
              <a:rPr lang="en-US" altLang="en-US" sz="2000">
                <a:latin typeface="Times" panose="02020603050405020304" pitchFamily="18" charset="0"/>
              </a:rPr>
              <a:t>Determine the set of </a:t>
            </a:r>
            <a:r>
              <a:rPr lang="en-US" altLang="en-US" sz="2000" i="1">
                <a:latin typeface="Times" panose="02020603050405020304" pitchFamily="18" charset="0"/>
              </a:rPr>
              <a:t>leaders</a:t>
            </a:r>
            <a:r>
              <a:rPr lang="en-US" altLang="en-US" sz="2000">
                <a:latin typeface="Times" panose="02020603050405020304" pitchFamily="18" charset="0"/>
              </a:rPr>
              <a:t>, the first statements if basic blocks</a:t>
            </a:r>
          </a:p>
          <a:p>
            <a:pPr lvl="1">
              <a:spcBef>
                <a:spcPct val="0"/>
              </a:spcBef>
              <a:buClrTx/>
              <a:buSzTx/>
              <a:buFont typeface="Times" panose="02020603050405020304" pitchFamily="18" charset="0"/>
              <a:buAutoNum type="alphaLcParenR"/>
            </a:pPr>
            <a:r>
              <a:rPr lang="en-US" altLang="en-US" sz="2000">
                <a:latin typeface="Times" panose="02020603050405020304" pitchFamily="18" charset="0"/>
              </a:rPr>
              <a:t>The first statement is the leader</a:t>
            </a:r>
          </a:p>
          <a:p>
            <a:pPr lvl="1">
              <a:spcBef>
                <a:spcPct val="0"/>
              </a:spcBef>
              <a:buClrTx/>
              <a:buSzTx/>
              <a:buFont typeface="Times" panose="02020603050405020304" pitchFamily="18" charset="0"/>
              <a:buAutoNum type="alphaLcParenR"/>
            </a:pPr>
            <a:r>
              <a:rPr lang="en-US" altLang="en-US" sz="2000">
                <a:latin typeface="Times" panose="02020603050405020304" pitchFamily="18" charset="0"/>
              </a:rPr>
              <a:t>Any statement that is the target of a goto is a leader</a:t>
            </a:r>
          </a:p>
          <a:p>
            <a:pPr lvl="1">
              <a:spcBef>
                <a:spcPct val="0"/>
              </a:spcBef>
              <a:buClrTx/>
              <a:buSzTx/>
              <a:buFont typeface="Times" panose="02020603050405020304" pitchFamily="18" charset="0"/>
              <a:buAutoNum type="alphaLcParenR"/>
            </a:pPr>
            <a:r>
              <a:rPr lang="en-US" altLang="en-US" sz="2000">
                <a:latin typeface="Times" panose="02020603050405020304" pitchFamily="18" charset="0"/>
              </a:rPr>
              <a:t>Any statement that immediately follows a goto is a leader</a:t>
            </a:r>
          </a:p>
          <a:p>
            <a:pPr>
              <a:spcBef>
                <a:spcPct val="0"/>
              </a:spcBef>
              <a:buClrTx/>
              <a:buSzTx/>
              <a:buFont typeface="Times" panose="02020603050405020304" pitchFamily="18" charset="0"/>
              <a:buAutoNum type="arabicPeriod"/>
            </a:pPr>
            <a:r>
              <a:rPr lang="en-US" altLang="en-US" sz="2000">
                <a:latin typeface="Times" panose="02020603050405020304" pitchFamily="18" charset="0"/>
              </a:rPr>
              <a:t>For each leader, its basic block consist of the leader and all</a:t>
            </a:r>
            <a:br>
              <a:rPr lang="en-US" altLang="en-US" sz="2000">
                <a:latin typeface="Times" panose="02020603050405020304" pitchFamily="18" charset="0"/>
              </a:rPr>
            </a:br>
            <a:r>
              <a:rPr lang="en-US" altLang="en-US" sz="2000">
                <a:latin typeface="Times" panose="02020603050405020304" pitchFamily="18" charset="0"/>
              </a:rPr>
              <a:t>statements up to but not including the next leader or the end</a:t>
            </a:r>
            <a:br>
              <a:rPr lang="en-US" altLang="en-US" sz="2000">
                <a:latin typeface="Times" panose="02020603050405020304" pitchFamily="18" charset="0"/>
              </a:rPr>
            </a:br>
            <a:r>
              <a:rPr lang="en-US" altLang="en-US" sz="2000">
                <a:latin typeface="Times" panose="02020603050405020304" pitchFamily="18" charset="0"/>
              </a:rPr>
              <a:t>of the program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308AAA6-5F36-417A-9F9F-90B1C82FB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600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Simple example: a[i+1] = b[i+1]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1492184-860D-4E4A-AE1A-6E6564C185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63650" y="3486150"/>
            <a:ext cx="2178050" cy="1316038"/>
          </a:xfrm>
        </p:spPr>
        <p:txBody>
          <a:bodyPr/>
          <a:lstStyle/>
          <a:p>
            <a:pPr eaLnBrk="1" hangingPunct="1"/>
            <a:r>
              <a:rPr lang="en-US" altLang="en-US"/>
              <a:t>t1 = i+1</a:t>
            </a:r>
          </a:p>
          <a:p>
            <a:pPr eaLnBrk="1" hangingPunct="1"/>
            <a:r>
              <a:rPr lang="en-US" altLang="en-US"/>
              <a:t>t2 = b[t1]</a:t>
            </a:r>
          </a:p>
          <a:p>
            <a:pPr eaLnBrk="1" hangingPunct="1"/>
            <a:r>
              <a:rPr lang="en-US" altLang="en-US"/>
              <a:t>t3 = i + 1</a:t>
            </a:r>
          </a:p>
          <a:p>
            <a:pPr eaLnBrk="1" hangingPunct="1"/>
            <a:r>
              <a:rPr lang="en-US" altLang="en-US"/>
              <a:t>a[t3] = t2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E463F14D-66E1-4D84-9374-30610221A66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3486150"/>
            <a:ext cx="3065463" cy="1252538"/>
          </a:xfrm>
        </p:spPr>
        <p:txBody>
          <a:bodyPr/>
          <a:lstStyle/>
          <a:p>
            <a:pPr eaLnBrk="1" hangingPunct="1"/>
            <a:r>
              <a:rPr lang="en-US" altLang="en-US"/>
              <a:t>t1 = i + 1</a:t>
            </a:r>
          </a:p>
          <a:p>
            <a:pPr eaLnBrk="1" hangingPunct="1"/>
            <a:r>
              <a:rPr lang="en-US" altLang="en-US"/>
              <a:t>t2 = b[t1]</a:t>
            </a:r>
          </a:p>
          <a:p>
            <a:pPr eaLnBrk="1" hangingPunct="1"/>
            <a:r>
              <a:rPr lang="en-US" altLang="en-US">
                <a:solidFill>
                  <a:schemeClr val="folHlink"/>
                </a:solidFill>
              </a:rPr>
              <a:t>t3 = i + 1</a:t>
            </a:r>
            <a:r>
              <a:rPr lang="en-US" altLang="en-US"/>
              <a:t>    </a:t>
            </a:r>
            <a:r>
              <a:rPr lang="en-US" altLang="en-US" i="1">
                <a:sym typeface="Wingdings" panose="05000000000000000000" pitchFamily="2" charset="2"/>
              </a:rPr>
              <a:t> no longer live</a:t>
            </a:r>
            <a:endParaRPr lang="en-US" altLang="en-US" i="1"/>
          </a:p>
          <a:p>
            <a:pPr eaLnBrk="1" hangingPunct="1"/>
            <a:r>
              <a:rPr lang="en-US" altLang="en-US"/>
              <a:t>a[t1] = t2</a:t>
            </a:r>
          </a:p>
          <a:p>
            <a:pPr eaLnBrk="1" hangingPunct="1"/>
            <a:endParaRPr lang="en-US" altLang="en-US"/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7881B1D4-BD56-4BFE-894D-CB7AE6DA2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"/>
            <a:ext cx="7702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anose="02020603050405020304" pitchFamily="18" charset="0"/>
              </a:rPr>
              <a:t>Common expression can be eliminated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3760FD2-E91B-441A-91F8-E33AA6A7F4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8163" y="2293938"/>
            <a:ext cx="1531937" cy="1379537"/>
          </a:xfrm>
          <a:solidFill>
            <a:srgbClr val="DDDDDD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i = 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t1 = i+1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t2 = b[t1]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a[t1] = t2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3F7BB5D-D77A-41E5-BCCB-5FA203E71E7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038475" y="2293938"/>
            <a:ext cx="1614488" cy="1379537"/>
          </a:xfrm>
          <a:solidFill>
            <a:srgbClr val="DDDDDD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i = 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t1 = 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t2 = b[t1]</a:t>
            </a:r>
            <a:endParaRPr lang="en-US" altLang="en-US" sz="1800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a[t1] = t2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F443DE45-EE99-4C07-93AF-38807AD6F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1447800"/>
            <a:ext cx="453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</a:rPr>
              <a:t>Now, suppose i is a constant: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007D9342-8CDE-4B14-8EEB-5FBC7CFF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286000"/>
            <a:ext cx="1447800" cy="1524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800"/>
              <a:t>i = 4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/>
              <a:t>t1 = 5 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/>
              <a:t>t2 = b[5]</a:t>
            </a:r>
            <a:endParaRPr lang="en-US" altLang="en-US" sz="1800" i="1"/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/>
              <a:t>a[5] = t2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9496B1EA-3D17-4CDF-9210-1C8C2B30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0"/>
            <a:ext cx="1295400" cy="1066800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 = 4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t2 = b[5]</a:t>
            </a:r>
            <a:endParaRPr lang="en-US" altLang="en-US" sz="1800" i="1">
              <a:latin typeface="Times New Roman" panose="02020603050405020304" pitchFamily="18" charset="0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a[5] = t2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4A57B378-86C2-4C11-8B64-5E1B7A875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724400"/>
            <a:ext cx="16129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Final Code:</a:t>
            </a:r>
          </a:p>
        </p:txBody>
      </p:sp>
      <p:sp>
        <p:nvSpPr>
          <p:cNvPr id="17416" name="Text Box 5">
            <a:extLst>
              <a:ext uri="{FF2B5EF4-FFF2-40B4-BE49-F238E27FC236}">
                <a16:creationId xmlns:a16="http://schemas.microsoft.com/office/drawing/2014/main" id="{F3DC72AF-6969-4202-9CCD-C766AA72C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"/>
            <a:ext cx="44973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anose="02020603050405020304" pitchFamily="18" charset="0"/>
              </a:rPr>
              <a:t>Constant propagation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12737C5-126B-4290-B5B5-1E1D586F8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Optimizations on CFG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0742B24-FB7E-4DA4-9125-ECC89EB79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45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/>
              <a:t>Must take control flow into account </a:t>
            </a:r>
          </a:p>
          <a:p>
            <a:pPr lvl="1" eaLnBrk="1" hangingPunct="1"/>
            <a:r>
              <a:rPr lang="en-US" altLang="en-US"/>
              <a:t>Common Sub-expression Elimination </a:t>
            </a:r>
          </a:p>
          <a:p>
            <a:pPr lvl="1" eaLnBrk="1" hangingPunct="1"/>
            <a:r>
              <a:rPr lang="en-US" altLang="en-US"/>
              <a:t>Constant Propagation </a:t>
            </a:r>
          </a:p>
          <a:p>
            <a:pPr lvl="1" eaLnBrk="1" hangingPunct="1"/>
            <a:r>
              <a:rPr lang="en-US" altLang="en-US"/>
              <a:t>Dead Code Elimination </a:t>
            </a:r>
          </a:p>
          <a:p>
            <a:pPr lvl="1" eaLnBrk="1" hangingPunct="1"/>
            <a:r>
              <a:rPr lang="en-US" altLang="en-US"/>
              <a:t>Partial redundancy Elimination</a:t>
            </a:r>
          </a:p>
          <a:p>
            <a:pPr lvl="1" eaLnBrk="1" hangingPunct="1"/>
            <a:r>
              <a:rPr lang="en-US" altLang="en-US"/>
              <a:t>…</a:t>
            </a:r>
          </a:p>
          <a:p>
            <a:pPr eaLnBrk="1" hangingPunct="1"/>
            <a:r>
              <a:rPr lang="en-US" altLang="en-US"/>
              <a:t>Applying one optimization may raise opportunities for other optimizations.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4DC6BA1-9EAE-40FA-89F5-129C3DFDE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30163"/>
            <a:ext cx="8229600" cy="1371601"/>
          </a:xfrm>
        </p:spPr>
        <p:txBody>
          <a:bodyPr/>
          <a:lstStyle/>
          <a:p>
            <a:pPr eaLnBrk="1" hangingPunct="1"/>
            <a:r>
              <a:rPr lang="en-US" altLang="en-US" sz="4000"/>
              <a:t>Three Address Code of Quick Sort</a:t>
            </a:r>
          </a:p>
        </p:txBody>
      </p:sp>
      <p:graphicFrame>
        <p:nvGraphicFramePr>
          <p:cNvPr id="169103" name="Group 143">
            <a:extLst>
              <a:ext uri="{FF2B5EF4-FFF2-40B4-BE49-F238E27FC236}">
                <a16:creationId xmlns:a16="http://schemas.microsoft.com/office/drawing/2014/main" id="{B652E0EC-7E5C-4110-9AA4-1A6DF8786A49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1143000"/>
          <a:ext cx="2362200" cy="5486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(5)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(9)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i &gt;= j goto (23)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8999" name="Group 39">
            <a:extLst>
              <a:ext uri="{FF2B5EF4-FFF2-40B4-BE49-F238E27FC236}">
                <a16:creationId xmlns:a16="http://schemas.microsoft.com/office/drawing/2014/main" id="{07B2DDE6-825B-4E64-A0B3-F6FE19F98D7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609600" cy="548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9033" name="Group 73">
            <a:extLst>
              <a:ext uri="{FF2B5EF4-FFF2-40B4-BE49-F238E27FC236}">
                <a16:creationId xmlns:a16="http://schemas.microsoft.com/office/drawing/2014/main" id="{0DED03DC-A627-45E1-9292-A5318843DE92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1143000"/>
          <a:ext cx="2362200" cy="5486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(5)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9069" name="Group 109">
            <a:extLst>
              <a:ext uri="{FF2B5EF4-FFF2-40B4-BE49-F238E27FC236}">
                <a16:creationId xmlns:a16="http://schemas.microsoft.com/office/drawing/2014/main" id="{1A51DE0E-9F9C-4964-945A-58B7132C27A7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143000"/>
          <a:ext cx="609600" cy="548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6C952DC9-C500-4D32-A14B-992084BC4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638800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0B81A8D7-75E7-4601-9190-400E9230D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57800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0135" name="Group 151">
            <a:extLst>
              <a:ext uri="{FF2B5EF4-FFF2-40B4-BE49-F238E27FC236}">
                <a16:creationId xmlns:a16="http://schemas.microsoft.com/office/drawing/2014/main" id="{11D72034-D7C5-44FE-9DC9-74AD46AF0138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914400"/>
          <a:ext cx="500063" cy="5486400"/>
        </p:xfrm>
        <a:graphic>
          <a:graphicData uri="http://schemas.openxmlformats.org/drawingml/2006/table">
            <a:tbl>
              <a:tblPr/>
              <a:tblGrid>
                <a:gridCol w="500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91382" marR="913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69988" name="Rectangle 4">
            <a:extLst>
              <a:ext uri="{FF2B5EF4-FFF2-40B4-BE49-F238E27FC236}">
                <a16:creationId xmlns:a16="http://schemas.microsoft.com/office/drawing/2014/main" id="{8E8508F3-8B8B-4510-B5D2-C6B00EF55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810000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9989" name="Rectangle 5">
            <a:extLst>
              <a:ext uri="{FF2B5EF4-FFF2-40B4-BE49-F238E27FC236}">
                <a16:creationId xmlns:a16="http://schemas.microsoft.com/office/drawing/2014/main" id="{04F7DBFC-BA7E-4FFB-B8CC-DB9237C61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362200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AFE91A4F-28B6-4E73-B1E9-E7263B1CF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914400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9991" name="Rectangle 7">
            <a:extLst>
              <a:ext uri="{FF2B5EF4-FFF2-40B4-BE49-F238E27FC236}">
                <a16:creationId xmlns:a16="http://schemas.microsoft.com/office/drawing/2014/main" id="{E7B0AF63-CB90-4D5F-9B96-84DCE4F7D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55988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522" name="Rectangle 8">
            <a:extLst>
              <a:ext uri="{FF2B5EF4-FFF2-40B4-BE49-F238E27FC236}">
                <a16:creationId xmlns:a16="http://schemas.microsoft.com/office/drawing/2014/main" id="{74F380F2-8426-4E09-97D0-117878F5B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/>
          <a:lstStyle/>
          <a:p>
            <a:pPr eaLnBrk="1" hangingPunct="1"/>
            <a:r>
              <a:rPr lang="en-US" altLang="en-US" sz="4000"/>
              <a:t>Find The Basic Block</a:t>
            </a:r>
          </a:p>
        </p:txBody>
      </p:sp>
      <p:graphicFrame>
        <p:nvGraphicFramePr>
          <p:cNvPr id="170029" name="Group 45">
            <a:extLst>
              <a:ext uri="{FF2B5EF4-FFF2-40B4-BE49-F238E27FC236}">
                <a16:creationId xmlns:a16="http://schemas.microsoft.com/office/drawing/2014/main" id="{24841705-9DD8-4EE5-93E9-56B1715B9DE9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914400"/>
          <a:ext cx="609600" cy="5486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70063" name="Group 79">
            <a:extLst>
              <a:ext uri="{FF2B5EF4-FFF2-40B4-BE49-F238E27FC236}">
                <a16:creationId xmlns:a16="http://schemas.microsoft.com/office/drawing/2014/main" id="{9CD57496-CCEA-4A29-80F9-F56E9352D530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914400"/>
          <a:ext cx="2362200" cy="5486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(5)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70133" name="Group 149">
            <a:extLst>
              <a:ext uri="{FF2B5EF4-FFF2-40B4-BE49-F238E27FC236}">
                <a16:creationId xmlns:a16="http://schemas.microsoft.com/office/drawing/2014/main" id="{12F17DBE-6C50-463D-AC96-E4B8DAAB272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14400"/>
          <a:ext cx="2362200" cy="5486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(5)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(9)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i &gt;= j goto (23)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nimBg="1"/>
      <p:bldP spid="169987" grpId="0" animBg="1"/>
      <p:bldP spid="169988" grpId="0" animBg="1"/>
      <p:bldP spid="169989" grpId="0" animBg="1"/>
      <p:bldP spid="169990" grpId="0" animBg="1"/>
      <p:bldP spid="16999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144AE28-97DB-42E7-894E-67692F80C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/>
              <a:t>Flow Graph</a:t>
            </a:r>
          </a:p>
        </p:txBody>
      </p:sp>
      <p:sp>
        <p:nvSpPr>
          <p:cNvPr id="21507" name="Content Placeholder 1">
            <a:extLst>
              <a:ext uri="{FF2B5EF4-FFF2-40B4-BE49-F238E27FC236}">
                <a16:creationId xmlns:a16="http://schemas.microsoft.com/office/drawing/2014/main" id="{4DA2DBB6-6ECC-44D7-8FA0-A43AD0C31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71118" name="Group 110">
            <a:extLst>
              <a:ext uri="{FF2B5EF4-FFF2-40B4-BE49-F238E27FC236}">
                <a16:creationId xmlns:a16="http://schemas.microsoft.com/office/drawing/2014/main" id="{72555E54-990A-4F22-8F5C-A0A91858986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23" name="Group 15">
            <a:extLst>
              <a:ext uri="{FF2B5EF4-FFF2-40B4-BE49-F238E27FC236}">
                <a16:creationId xmlns:a16="http://schemas.microsoft.com/office/drawing/2014/main" id="{0255BEF4-5108-4C04-AE72-BE13F59A7A7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1035" name="Group 27">
            <a:extLst>
              <a:ext uri="{FF2B5EF4-FFF2-40B4-BE49-F238E27FC236}">
                <a16:creationId xmlns:a16="http://schemas.microsoft.com/office/drawing/2014/main" id="{F2B6F8C2-C1A7-40AC-A343-3DA759EE2E5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44" name="Rectangle 39">
            <a:extLst>
              <a:ext uri="{FF2B5EF4-FFF2-40B4-BE49-F238E27FC236}">
                <a16:creationId xmlns:a16="http://schemas.microsoft.com/office/drawing/2014/main" id="{61EEF446-48AB-4BF0-84E0-49F650EB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1048" name="Group 40">
            <a:extLst>
              <a:ext uri="{FF2B5EF4-FFF2-40B4-BE49-F238E27FC236}">
                <a16:creationId xmlns:a16="http://schemas.microsoft.com/office/drawing/2014/main" id="{1ABDBD0C-8BE0-4DF8-B2FB-D7C8241B43DC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90600" cy="32861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1070" name="Group 62">
            <a:extLst>
              <a:ext uri="{FF2B5EF4-FFF2-40B4-BE49-F238E27FC236}">
                <a16:creationId xmlns:a16="http://schemas.microsoft.com/office/drawing/2014/main" id="{2338D341-4A10-45A9-8B4A-7F0A66C49544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1587" name="Group 82">
            <a:extLst>
              <a:ext uri="{FF2B5EF4-FFF2-40B4-BE49-F238E27FC236}">
                <a16:creationId xmlns:a16="http://schemas.microsoft.com/office/drawing/2014/main" id="{3D63090A-9DAA-4AF0-BCF6-13A0F5088E1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1611" name="Line 83">
              <a:extLst>
                <a:ext uri="{FF2B5EF4-FFF2-40B4-BE49-F238E27FC236}">
                  <a16:creationId xmlns:a16="http://schemas.microsoft.com/office/drawing/2014/main" id="{2F8C70F9-3C04-4193-884B-4E1D2CAE6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Line 84">
              <a:extLst>
                <a:ext uri="{FF2B5EF4-FFF2-40B4-BE49-F238E27FC236}">
                  <a16:creationId xmlns:a16="http://schemas.microsoft.com/office/drawing/2014/main" id="{60AC495D-BC87-4DD7-976E-6DC00C284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Line 85">
              <a:extLst>
                <a:ext uri="{FF2B5EF4-FFF2-40B4-BE49-F238E27FC236}">
                  <a16:creationId xmlns:a16="http://schemas.microsoft.com/office/drawing/2014/main" id="{6F4C8AFD-C26C-45C4-8D07-3FB79B8A5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88" name="Group 86">
            <a:extLst>
              <a:ext uri="{FF2B5EF4-FFF2-40B4-BE49-F238E27FC236}">
                <a16:creationId xmlns:a16="http://schemas.microsoft.com/office/drawing/2014/main" id="{DA5F836F-1D4C-4CB0-A19E-AD2A9C8E28FA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1607" name="Line 87">
              <a:extLst>
                <a:ext uri="{FF2B5EF4-FFF2-40B4-BE49-F238E27FC236}">
                  <a16:creationId xmlns:a16="http://schemas.microsoft.com/office/drawing/2014/main" id="{BC5434A2-3E1D-401E-A2A5-06AA680E8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Line 88">
              <a:extLst>
                <a:ext uri="{FF2B5EF4-FFF2-40B4-BE49-F238E27FC236}">
                  <a16:creationId xmlns:a16="http://schemas.microsoft.com/office/drawing/2014/main" id="{9857C246-9A2D-4693-AD0A-F8F01F47C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Line 89">
              <a:extLst>
                <a:ext uri="{FF2B5EF4-FFF2-40B4-BE49-F238E27FC236}">
                  <a16:creationId xmlns:a16="http://schemas.microsoft.com/office/drawing/2014/main" id="{65796D2E-9EED-4046-BC81-E51FF56E0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Line 90">
              <a:extLst>
                <a:ext uri="{FF2B5EF4-FFF2-40B4-BE49-F238E27FC236}">
                  <a16:creationId xmlns:a16="http://schemas.microsoft.com/office/drawing/2014/main" id="{6BD0210D-ADBC-4EB2-ACD3-66D1432E2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89" name="Group 91">
            <a:extLst>
              <a:ext uri="{FF2B5EF4-FFF2-40B4-BE49-F238E27FC236}">
                <a16:creationId xmlns:a16="http://schemas.microsoft.com/office/drawing/2014/main" id="{BE7D9FB9-EE0F-43BD-9729-A71E9DFD294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1603" name="Line 92">
              <a:extLst>
                <a:ext uri="{FF2B5EF4-FFF2-40B4-BE49-F238E27FC236}">
                  <a16:creationId xmlns:a16="http://schemas.microsoft.com/office/drawing/2014/main" id="{86E60BFC-7CA5-42FA-8975-CD5E2493F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Line 93">
              <a:extLst>
                <a:ext uri="{FF2B5EF4-FFF2-40B4-BE49-F238E27FC236}">
                  <a16:creationId xmlns:a16="http://schemas.microsoft.com/office/drawing/2014/main" id="{9FF53F01-A60B-490A-A23B-1CBA3C4C7F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Line 94">
              <a:extLst>
                <a:ext uri="{FF2B5EF4-FFF2-40B4-BE49-F238E27FC236}">
                  <a16:creationId xmlns:a16="http://schemas.microsoft.com/office/drawing/2014/main" id="{7F62E614-6720-49FE-88E7-E6DE1EB7E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Line 95">
              <a:extLst>
                <a:ext uri="{FF2B5EF4-FFF2-40B4-BE49-F238E27FC236}">
                  <a16:creationId xmlns:a16="http://schemas.microsoft.com/office/drawing/2014/main" id="{54A52108-5FFE-4C7E-94EF-1E7AAB485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90" name="Group 96">
            <a:extLst>
              <a:ext uri="{FF2B5EF4-FFF2-40B4-BE49-F238E27FC236}">
                <a16:creationId xmlns:a16="http://schemas.microsoft.com/office/drawing/2014/main" id="{BB7D93F7-5821-4755-BC8D-77D3B17EE8DC}"/>
              </a:ext>
            </a:extLst>
          </p:cNvPr>
          <p:cNvGrpSpPr>
            <a:grpSpLocks/>
          </p:cNvGrpSpPr>
          <p:nvPr/>
        </p:nvGrpSpPr>
        <p:grpSpPr bwMode="auto">
          <a:xfrm>
            <a:off x="0" y="304800"/>
            <a:ext cx="7391400" cy="5700713"/>
            <a:chOff x="0" y="144"/>
            <a:chExt cx="4656" cy="3591"/>
          </a:xfrm>
        </p:grpSpPr>
        <p:sp>
          <p:nvSpPr>
            <p:cNvPr id="21597" name="Text Box 97">
              <a:extLst>
                <a:ext uri="{FF2B5EF4-FFF2-40B4-BE49-F238E27FC236}">
                  <a16:creationId xmlns:a16="http://schemas.microsoft.com/office/drawing/2014/main" id="{E0E57B3E-B026-4DF6-952C-CB9488A8F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598" name="Text Box 98">
              <a:extLst>
                <a:ext uri="{FF2B5EF4-FFF2-40B4-BE49-F238E27FC236}">
                  <a16:creationId xmlns:a16="http://schemas.microsoft.com/office/drawing/2014/main" id="{638B6EBC-B3D5-4316-AC95-7817CD6C8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599" name="Text Box 99">
              <a:extLst>
                <a:ext uri="{FF2B5EF4-FFF2-40B4-BE49-F238E27FC236}">
                  <a16:creationId xmlns:a16="http://schemas.microsoft.com/office/drawing/2014/main" id="{EFA75D70-0B8A-4F87-BEEF-C1EA5E80E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600" name="Text Box 100">
              <a:extLst>
                <a:ext uri="{FF2B5EF4-FFF2-40B4-BE49-F238E27FC236}">
                  <a16:creationId xmlns:a16="http://schemas.microsoft.com/office/drawing/2014/main" id="{F9F114FF-5749-46F6-A7A7-85B1B276C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601" name="Text Box 101">
              <a:extLst>
                <a:ext uri="{FF2B5EF4-FFF2-40B4-BE49-F238E27FC236}">
                  <a16:creationId xmlns:a16="http://schemas.microsoft.com/office/drawing/2014/main" id="{806A0B00-E060-4863-BF63-C8537A31D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602" name="Text Box 102">
              <a:extLst>
                <a:ext uri="{FF2B5EF4-FFF2-40B4-BE49-F238E27FC236}">
                  <a16:creationId xmlns:a16="http://schemas.microsoft.com/office/drawing/2014/main" id="{410D3902-49C0-4995-B93F-A0F56F0AD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91" name="Group 103">
            <a:extLst>
              <a:ext uri="{FF2B5EF4-FFF2-40B4-BE49-F238E27FC236}">
                <a16:creationId xmlns:a16="http://schemas.microsoft.com/office/drawing/2014/main" id="{CE2E8436-331A-4C7F-B70A-986E607F43B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1593" name="Line 104">
              <a:extLst>
                <a:ext uri="{FF2B5EF4-FFF2-40B4-BE49-F238E27FC236}">
                  <a16:creationId xmlns:a16="http://schemas.microsoft.com/office/drawing/2014/main" id="{7077E6AB-9128-4672-B1C3-8D90144D2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Line 105">
              <a:extLst>
                <a:ext uri="{FF2B5EF4-FFF2-40B4-BE49-F238E27FC236}">
                  <a16:creationId xmlns:a16="http://schemas.microsoft.com/office/drawing/2014/main" id="{1C9F2782-C79B-4400-8307-0FF888EB1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Line 106">
              <a:extLst>
                <a:ext uri="{FF2B5EF4-FFF2-40B4-BE49-F238E27FC236}">
                  <a16:creationId xmlns:a16="http://schemas.microsoft.com/office/drawing/2014/main" id="{4C623C7E-9340-4216-9B9C-B9C68F283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Line 107">
              <a:extLst>
                <a:ext uri="{FF2B5EF4-FFF2-40B4-BE49-F238E27FC236}">
                  <a16:creationId xmlns:a16="http://schemas.microsoft.com/office/drawing/2014/main" id="{F9079574-45E5-439F-8112-04F04BB69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92" name="Line 108">
            <a:extLst>
              <a:ext uri="{FF2B5EF4-FFF2-40B4-BE49-F238E27FC236}">
                <a16:creationId xmlns:a16="http://schemas.microsoft.com/office/drawing/2014/main" id="{D2D03DC1-AC96-4EBA-9DBD-14C8B4869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3340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E43919B3-9B16-460A-BC9C-DF7729AEC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743200"/>
            <a:ext cx="9906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FB3090C-C075-4CA6-B31C-46E4AA498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9213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</a:t>
            </a:r>
            <a:br>
              <a:rPr lang="en-US" altLang="en-US" sz="3600"/>
            </a:br>
            <a:r>
              <a:rPr lang="en-US" altLang="en-US" sz="3600"/>
              <a:t> Elimination</a:t>
            </a:r>
          </a:p>
        </p:txBody>
      </p:sp>
      <p:graphicFrame>
        <p:nvGraphicFramePr>
          <p:cNvPr id="172148" name="Group 116">
            <a:extLst>
              <a:ext uri="{FF2B5EF4-FFF2-40B4-BE49-F238E27FC236}">
                <a16:creationId xmlns:a16="http://schemas.microsoft.com/office/drawing/2014/main" id="{AF38D6AA-C499-48E4-B244-E4AE70B0762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2149" name="Group 117">
            <a:extLst>
              <a:ext uri="{FF2B5EF4-FFF2-40B4-BE49-F238E27FC236}">
                <a16:creationId xmlns:a16="http://schemas.microsoft.com/office/drawing/2014/main" id="{8B2A361D-F982-4AB7-BF0E-53F575A78A3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2150" name="Group 118">
            <a:extLst>
              <a:ext uri="{FF2B5EF4-FFF2-40B4-BE49-F238E27FC236}">
                <a16:creationId xmlns:a16="http://schemas.microsoft.com/office/drawing/2014/main" id="{22F96EC3-1202-4DF8-9890-3A54D922B9B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68" name="Rectangle 40">
            <a:extLst>
              <a:ext uri="{FF2B5EF4-FFF2-40B4-BE49-F238E27FC236}">
                <a16:creationId xmlns:a16="http://schemas.microsoft.com/office/drawing/2014/main" id="{DF856841-8E01-44F8-9801-BA43555CE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2095" name="Group 63">
            <a:extLst>
              <a:ext uri="{FF2B5EF4-FFF2-40B4-BE49-F238E27FC236}">
                <a16:creationId xmlns:a16="http://schemas.microsoft.com/office/drawing/2014/main" id="{E1C097D1-D86B-479A-BF3C-B794414F908F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2589" name="Group 83">
            <a:extLst>
              <a:ext uri="{FF2B5EF4-FFF2-40B4-BE49-F238E27FC236}">
                <a16:creationId xmlns:a16="http://schemas.microsoft.com/office/drawing/2014/main" id="{3D9975B3-E4AA-4A06-8B60-1F7F47587A9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2636" name="Line 84">
              <a:extLst>
                <a:ext uri="{FF2B5EF4-FFF2-40B4-BE49-F238E27FC236}">
                  <a16:creationId xmlns:a16="http://schemas.microsoft.com/office/drawing/2014/main" id="{A4F8777D-2988-47BC-A129-2405F73C4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7" name="Line 85">
              <a:extLst>
                <a:ext uri="{FF2B5EF4-FFF2-40B4-BE49-F238E27FC236}">
                  <a16:creationId xmlns:a16="http://schemas.microsoft.com/office/drawing/2014/main" id="{DB553B2F-EA1C-4E96-8AF3-696EE0051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8" name="Line 86">
              <a:extLst>
                <a:ext uri="{FF2B5EF4-FFF2-40B4-BE49-F238E27FC236}">
                  <a16:creationId xmlns:a16="http://schemas.microsoft.com/office/drawing/2014/main" id="{D77B981D-A7FA-4315-B101-C0A8604C0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90" name="Group 87">
            <a:extLst>
              <a:ext uri="{FF2B5EF4-FFF2-40B4-BE49-F238E27FC236}">
                <a16:creationId xmlns:a16="http://schemas.microsoft.com/office/drawing/2014/main" id="{BE4574D4-1124-411B-9142-9F01D1699F1A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2632" name="Line 88">
              <a:extLst>
                <a:ext uri="{FF2B5EF4-FFF2-40B4-BE49-F238E27FC236}">
                  <a16:creationId xmlns:a16="http://schemas.microsoft.com/office/drawing/2014/main" id="{4CBA2692-9EEA-45D7-8129-5BEEB8165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3" name="Line 89">
              <a:extLst>
                <a:ext uri="{FF2B5EF4-FFF2-40B4-BE49-F238E27FC236}">
                  <a16:creationId xmlns:a16="http://schemas.microsoft.com/office/drawing/2014/main" id="{756336A8-A340-4A85-AA55-334EA8E4F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4" name="Line 90">
              <a:extLst>
                <a:ext uri="{FF2B5EF4-FFF2-40B4-BE49-F238E27FC236}">
                  <a16:creationId xmlns:a16="http://schemas.microsoft.com/office/drawing/2014/main" id="{98D8D297-111C-4720-92AA-B25B6B27F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5" name="Line 91">
              <a:extLst>
                <a:ext uri="{FF2B5EF4-FFF2-40B4-BE49-F238E27FC236}">
                  <a16:creationId xmlns:a16="http://schemas.microsoft.com/office/drawing/2014/main" id="{4C7C77D7-074B-4FCB-A4E6-318335362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91" name="Group 92">
            <a:extLst>
              <a:ext uri="{FF2B5EF4-FFF2-40B4-BE49-F238E27FC236}">
                <a16:creationId xmlns:a16="http://schemas.microsoft.com/office/drawing/2014/main" id="{C1C6C580-B739-4C90-B971-3D7C4650577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2628" name="Line 93">
              <a:extLst>
                <a:ext uri="{FF2B5EF4-FFF2-40B4-BE49-F238E27FC236}">
                  <a16:creationId xmlns:a16="http://schemas.microsoft.com/office/drawing/2014/main" id="{57D5EFDB-A701-4D03-A281-23797F842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9" name="Line 94">
              <a:extLst>
                <a:ext uri="{FF2B5EF4-FFF2-40B4-BE49-F238E27FC236}">
                  <a16:creationId xmlns:a16="http://schemas.microsoft.com/office/drawing/2014/main" id="{06910990-10B5-44CF-AB55-8305F7274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0" name="Line 95">
              <a:extLst>
                <a:ext uri="{FF2B5EF4-FFF2-40B4-BE49-F238E27FC236}">
                  <a16:creationId xmlns:a16="http://schemas.microsoft.com/office/drawing/2014/main" id="{DF297287-4E7E-40D2-857B-CC0C1EE0B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1" name="Line 96">
              <a:extLst>
                <a:ext uri="{FF2B5EF4-FFF2-40B4-BE49-F238E27FC236}">
                  <a16:creationId xmlns:a16="http://schemas.microsoft.com/office/drawing/2014/main" id="{2D79D2F0-A13A-4BBA-9C39-DABC62B7D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92" name="Group 97">
            <a:extLst>
              <a:ext uri="{FF2B5EF4-FFF2-40B4-BE49-F238E27FC236}">
                <a16:creationId xmlns:a16="http://schemas.microsoft.com/office/drawing/2014/main" id="{5937F082-994C-4076-8A00-653C08771B33}"/>
              </a:ext>
            </a:extLst>
          </p:cNvPr>
          <p:cNvGrpSpPr>
            <a:grpSpLocks/>
          </p:cNvGrpSpPr>
          <p:nvPr/>
        </p:nvGrpSpPr>
        <p:grpSpPr bwMode="auto">
          <a:xfrm>
            <a:off x="0" y="381000"/>
            <a:ext cx="7391400" cy="5700713"/>
            <a:chOff x="0" y="144"/>
            <a:chExt cx="4656" cy="3591"/>
          </a:xfrm>
        </p:grpSpPr>
        <p:sp>
          <p:nvSpPr>
            <p:cNvPr id="22622" name="Text Box 98">
              <a:extLst>
                <a:ext uri="{FF2B5EF4-FFF2-40B4-BE49-F238E27FC236}">
                  <a16:creationId xmlns:a16="http://schemas.microsoft.com/office/drawing/2014/main" id="{A821C166-3027-445E-BBA5-786A19B56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623" name="Text Box 99">
              <a:extLst>
                <a:ext uri="{FF2B5EF4-FFF2-40B4-BE49-F238E27FC236}">
                  <a16:creationId xmlns:a16="http://schemas.microsoft.com/office/drawing/2014/main" id="{7DDD7908-8329-40C5-910B-CC202D8CB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624" name="Text Box 100">
              <a:extLst>
                <a:ext uri="{FF2B5EF4-FFF2-40B4-BE49-F238E27FC236}">
                  <a16:creationId xmlns:a16="http://schemas.microsoft.com/office/drawing/2014/main" id="{9EF4AE69-A266-40FD-AE1F-76EFFC711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625" name="Text Box 101">
              <a:extLst>
                <a:ext uri="{FF2B5EF4-FFF2-40B4-BE49-F238E27FC236}">
                  <a16:creationId xmlns:a16="http://schemas.microsoft.com/office/drawing/2014/main" id="{E8C68EC3-5276-4B5D-A96D-071DD8A98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626" name="Text Box 102">
              <a:extLst>
                <a:ext uri="{FF2B5EF4-FFF2-40B4-BE49-F238E27FC236}">
                  <a16:creationId xmlns:a16="http://schemas.microsoft.com/office/drawing/2014/main" id="{83F21EFF-E653-4F3E-B111-B7CA2A607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627" name="Text Box 103">
              <a:extLst>
                <a:ext uri="{FF2B5EF4-FFF2-40B4-BE49-F238E27FC236}">
                  <a16:creationId xmlns:a16="http://schemas.microsoft.com/office/drawing/2014/main" id="{1F1C0B84-00B0-418A-9D0C-CB1DA57EF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2136" name="AutoShape 104">
            <a:extLst>
              <a:ext uri="{FF2B5EF4-FFF2-40B4-BE49-F238E27FC236}">
                <a16:creationId xmlns:a16="http://schemas.microsoft.com/office/drawing/2014/main" id="{0E4F7A81-B7E4-4512-9A0F-10E4D23FE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8956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pSp>
        <p:nvGrpSpPr>
          <p:cNvPr id="22594" name="Group 105">
            <a:extLst>
              <a:ext uri="{FF2B5EF4-FFF2-40B4-BE49-F238E27FC236}">
                <a16:creationId xmlns:a16="http://schemas.microsoft.com/office/drawing/2014/main" id="{4B1FDB50-C7DD-4770-A095-1153DF65295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2618" name="Line 106">
              <a:extLst>
                <a:ext uri="{FF2B5EF4-FFF2-40B4-BE49-F238E27FC236}">
                  <a16:creationId xmlns:a16="http://schemas.microsoft.com/office/drawing/2014/main" id="{4D646F81-0A6C-44AD-B788-23C7AED71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9" name="Line 107">
              <a:extLst>
                <a:ext uri="{FF2B5EF4-FFF2-40B4-BE49-F238E27FC236}">
                  <a16:creationId xmlns:a16="http://schemas.microsoft.com/office/drawing/2014/main" id="{758C9CF8-1960-489A-937F-37F89AB7D0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0" name="Line 108">
              <a:extLst>
                <a:ext uri="{FF2B5EF4-FFF2-40B4-BE49-F238E27FC236}">
                  <a16:creationId xmlns:a16="http://schemas.microsoft.com/office/drawing/2014/main" id="{A2B61DCD-BD76-461E-9925-3690E3AC5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1" name="Line 109">
              <a:extLst>
                <a:ext uri="{FF2B5EF4-FFF2-40B4-BE49-F238E27FC236}">
                  <a16:creationId xmlns:a16="http://schemas.microsoft.com/office/drawing/2014/main" id="{AE802F8A-3F46-427D-9744-0789EAB8C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95" name="Line 110">
            <a:extLst>
              <a:ext uri="{FF2B5EF4-FFF2-40B4-BE49-F238E27FC236}">
                <a16:creationId xmlns:a16="http://schemas.microsoft.com/office/drawing/2014/main" id="{71E5A6F1-292C-4BF6-AD4E-DB0C266E45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53340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72147" name="Group 115">
            <a:extLst>
              <a:ext uri="{FF2B5EF4-FFF2-40B4-BE49-F238E27FC236}">
                <a16:creationId xmlns:a16="http://schemas.microsoft.com/office/drawing/2014/main" id="{8F471CD9-0290-42E3-ADEA-ED45696AB6ED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90600" cy="32861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1721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B88723E4-2D73-44FB-9C97-00CE258D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3987800"/>
            <a:ext cx="9144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3165" name="Group 109">
            <a:extLst>
              <a:ext uri="{FF2B5EF4-FFF2-40B4-BE49-F238E27FC236}">
                <a16:creationId xmlns:a16="http://schemas.microsoft.com/office/drawing/2014/main" id="{EA10595D-E5B5-4CE4-B72A-BF68D9C2A2A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301625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0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j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575" name="Rectangle 3">
            <a:extLst>
              <a:ext uri="{FF2B5EF4-FFF2-40B4-BE49-F238E27FC236}">
                <a16:creationId xmlns:a16="http://schemas.microsoft.com/office/drawing/2014/main" id="{BCFBB0EC-91B7-43B7-BCA5-EC1C6E617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188" y="138113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graphicFrame>
        <p:nvGraphicFramePr>
          <p:cNvPr id="173060" name="Group 4">
            <a:extLst>
              <a:ext uri="{FF2B5EF4-FFF2-40B4-BE49-F238E27FC236}">
                <a16:creationId xmlns:a16="http://schemas.microsoft.com/office/drawing/2014/main" id="{67C57E61-1FF3-4F7F-AADD-7DFF6847F5F7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3072" name="Group 16">
            <a:extLst>
              <a:ext uri="{FF2B5EF4-FFF2-40B4-BE49-F238E27FC236}">
                <a16:creationId xmlns:a16="http://schemas.microsoft.com/office/drawing/2014/main" id="{7C729037-7A55-4524-AA25-C66454C0CA8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3084" name="Group 28">
            <a:extLst>
              <a:ext uri="{FF2B5EF4-FFF2-40B4-BE49-F238E27FC236}">
                <a16:creationId xmlns:a16="http://schemas.microsoft.com/office/drawing/2014/main" id="{D7431B9F-4E61-4E7B-A03E-DD11C323F75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612" name="Rectangle 40">
            <a:extLst>
              <a:ext uri="{FF2B5EF4-FFF2-40B4-BE49-F238E27FC236}">
                <a16:creationId xmlns:a16="http://schemas.microsoft.com/office/drawing/2014/main" id="{F4C05ADE-7E63-424B-B34F-461BC5477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3117" name="Group 61">
            <a:extLst>
              <a:ext uri="{FF2B5EF4-FFF2-40B4-BE49-F238E27FC236}">
                <a16:creationId xmlns:a16="http://schemas.microsoft.com/office/drawing/2014/main" id="{1814A483-68EE-4226-B43E-EB26ACF7E767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3633" name="Group 81">
            <a:extLst>
              <a:ext uri="{FF2B5EF4-FFF2-40B4-BE49-F238E27FC236}">
                <a16:creationId xmlns:a16="http://schemas.microsoft.com/office/drawing/2014/main" id="{EECF6353-5BC5-46D4-8CB2-8BC0F53DD12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3658" name="Line 82">
              <a:extLst>
                <a:ext uri="{FF2B5EF4-FFF2-40B4-BE49-F238E27FC236}">
                  <a16:creationId xmlns:a16="http://schemas.microsoft.com/office/drawing/2014/main" id="{BAB53CC7-7749-4303-992A-E032C924F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Line 83">
              <a:extLst>
                <a:ext uri="{FF2B5EF4-FFF2-40B4-BE49-F238E27FC236}">
                  <a16:creationId xmlns:a16="http://schemas.microsoft.com/office/drawing/2014/main" id="{BF995261-43EF-4687-B794-AE9A68089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Line 84">
              <a:extLst>
                <a:ext uri="{FF2B5EF4-FFF2-40B4-BE49-F238E27FC236}">
                  <a16:creationId xmlns:a16="http://schemas.microsoft.com/office/drawing/2014/main" id="{82C88ECB-5198-4867-BB04-DF18621D2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634" name="Group 85">
            <a:extLst>
              <a:ext uri="{FF2B5EF4-FFF2-40B4-BE49-F238E27FC236}">
                <a16:creationId xmlns:a16="http://schemas.microsoft.com/office/drawing/2014/main" id="{5048E79A-67E2-4F8F-8769-69899A57B85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3654" name="Line 86">
              <a:extLst>
                <a:ext uri="{FF2B5EF4-FFF2-40B4-BE49-F238E27FC236}">
                  <a16:creationId xmlns:a16="http://schemas.microsoft.com/office/drawing/2014/main" id="{692A6D82-D52B-4888-852C-57F7C4A8A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Line 87">
              <a:extLst>
                <a:ext uri="{FF2B5EF4-FFF2-40B4-BE49-F238E27FC236}">
                  <a16:creationId xmlns:a16="http://schemas.microsoft.com/office/drawing/2014/main" id="{9F19273E-69E8-4ABC-9F9B-4E4055E7D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Line 88">
              <a:extLst>
                <a:ext uri="{FF2B5EF4-FFF2-40B4-BE49-F238E27FC236}">
                  <a16:creationId xmlns:a16="http://schemas.microsoft.com/office/drawing/2014/main" id="{D1589F99-4402-47E2-9DDD-043BFC756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Line 89">
              <a:extLst>
                <a:ext uri="{FF2B5EF4-FFF2-40B4-BE49-F238E27FC236}">
                  <a16:creationId xmlns:a16="http://schemas.microsoft.com/office/drawing/2014/main" id="{B37C2975-D2B6-4D16-8EF2-43F382D87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635" name="Group 90">
            <a:extLst>
              <a:ext uri="{FF2B5EF4-FFF2-40B4-BE49-F238E27FC236}">
                <a16:creationId xmlns:a16="http://schemas.microsoft.com/office/drawing/2014/main" id="{086F89D9-E459-4637-AE8A-25A4CBC143E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3650" name="Line 91">
              <a:extLst>
                <a:ext uri="{FF2B5EF4-FFF2-40B4-BE49-F238E27FC236}">
                  <a16:creationId xmlns:a16="http://schemas.microsoft.com/office/drawing/2014/main" id="{D4C2F9F2-D2D6-4786-8A80-9644C55AF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Line 92">
              <a:extLst>
                <a:ext uri="{FF2B5EF4-FFF2-40B4-BE49-F238E27FC236}">
                  <a16:creationId xmlns:a16="http://schemas.microsoft.com/office/drawing/2014/main" id="{CF41FFD3-8828-4327-A93A-C7F8901F5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Line 93">
              <a:extLst>
                <a:ext uri="{FF2B5EF4-FFF2-40B4-BE49-F238E27FC236}">
                  <a16:creationId xmlns:a16="http://schemas.microsoft.com/office/drawing/2014/main" id="{56D3AB85-E2E3-411C-BE32-2BE823889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Line 94">
              <a:extLst>
                <a:ext uri="{FF2B5EF4-FFF2-40B4-BE49-F238E27FC236}">
                  <a16:creationId xmlns:a16="http://schemas.microsoft.com/office/drawing/2014/main" id="{DCC43A52-EB72-4DDD-BEA0-1AA01D19F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636" name="Group 95">
            <a:extLst>
              <a:ext uri="{FF2B5EF4-FFF2-40B4-BE49-F238E27FC236}">
                <a16:creationId xmlns:a16="http://schemas.microsoft.com/office/drawing/2014/main" id="{B438C3CA-E08D-4734-AB15-8673E9DBC717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3644" name="Text Box 96">
              <a:extLst>
                <a:ext uri="{FF2B5EF4-FFF2-40B4-BE49-F238E27FC236}">
                  <a16:creationId xmlns:a16="http://schemas.microsoft.com/office/drawing/2014/main" id="{C11B356F-1AB2-4992-8724-FADCFAE97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645" name="Text Box 97">
              <a:extLst>
                <a:ext uri="{FF2B5EF4-FFF2-40B4-BE49-F238E27FC236}">
                  <a16:creationId xmlns:a16="http://schemas.microsoft.com/office/drawing/2014/main" id="{6FA454D3-B067-4E54-92A7-6587B6FA8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646" name="Text Box 98">
              <a:extLst>
                <a:ext uri="{FF2B5EF4-FFF2-40B4-BE49-F238E27FC236}">
                  <a16:creationId xmlns:a16="http://schemas.microsoft.com/office/drawing/2014/main" id="{DD7B1C13-D755-417C-9141-FE6DE16AA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647" name="Text Box 99">
              <a:extLst>
                <a:ext uri="{FF2B5EF4-FFF2-40B4-BE49-F238E27FC236}">
                  <a16:creationId xmlns:a16="http://schemas.microsoft.com/office/drawing/2014/main" id="{077B0174-6FCA-4583-B38A-493D3C5F6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648" name="Text Box 100">
              <a:extLst>
                <a:ext uri="{FF2B5EF4-FFF2-40B4-BE49-F238E27FC236}">
                  <a16:creationId xmlns:a16="http://schemas.microsoft.com/office/drawing/2014/main" id="{1DFE6A54-6282-4BAB-8476-C76ACE4AD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649" name="Text Box 101">
              <a:extLst>
                <a:ext uri="{FF2B5EF4-FFF2-40B4-BE49-F238E27FC236}">
                  <a16:creationId xmlns:a16="http://schemas.microsoft.com/office/drawing/2014/main" id="{2DD22E72-A267-473D-A72B-E9B48698B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3158" name="AutoShape 102">
            <a:extLst>
              <a:ext uri="{FF2B5EF4-FFF2-40B4-BE49-F238E27FC236}">
                <a16:creationId xmlns:a16="http://schemas.microsoft.com/office/drawing/2014/main" id="{E8B31DED-BA2F-4887-8D80-C28ABFB3B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962400"/>
            <a:ext cx="609600" cy="3048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pSp>
        <p:nvGrpSpPr>
          <p:cNvPr id="23638" name="Group 103">
            <a:extLst>
              <a:ext uri="{FF2B5EF4-FFF2-40B4-BE49-F238E27FC236}">
                <a16:creationId xmlns:a16="http://schemas.microsoft.com/office/drawing/2014/main" id="{F06FBC4F-ADCE-4904-8C3F-FAE81B9EA7F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3640" name="Line 104">
              <a:extLst>
                <a:ext uri="{FF2B5EF4-FFF2-40B4-BE49-F238E27FC236}">
                  <a16:creationId xmlns:a16="http://schemas.microsoft.com/office/drawing/2014/main" id="{337E6258-BDB0-46B1-87E6-1E2DB5F797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Line 105">
              <a:extLst>
                <a:ext uri="{FF2B5EF4-FFF2-40B4-BE49-F238E27FC236}">
                  <a16:creationId xmlns:a16="http://schemas.microsoft.com/office/drawing/2014/main" id="{0088EA2C-B083-4C85-92B2-9C70808B9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Line 106">
              <a:extLst>
                <a:ext uri="{FF2B5EF4-FFF2-40B4-BE49-F238E27FC236}">
                  <a16:creationId xmlns:a16="http://schemas.microsoft.com/office/drawing/2014/main" id="{77EE7B5F-526D-4641-B1BC-B581668CC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Line 107">
              <a:extLst>
                <a:ext uri="{FF2B5EF4-FFF2-40B4-BE49-F238E27FC236}">
                  <a16:creationId xmlns:a16="http://schemas.microsoft.com/office/drawing/2014/main" id="{D468835C-B40A-4F0C-A66A-2404086A6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639" name="Line 108">
            <a:extLst>
              <a:ext uri="{FF2B5EF4-FFF2-40B4-BE49-F238E27FC236}">
                <a16:creationId xmlns:a16="http://schemas.microsoft.com/office/drawing/2014/main" id="{452B9ECB-F697-4145-8EEC-DC858481FF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953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 animBg="1"/>
      <p:bldP spid="17315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21FD81B-A163-4752-89A4-04B0865B5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 sz="3600"/>
              <a:t>Common Subexpression Elimination</a:t>
            </a:r>
          </a:p>
        </p:txBody>
      </p:sp>
      <p:sp>
        <p:nvSpPr>
          <p:cNvPr id="24579" name="Content Placeholder 1">
            <a:extLst>
              <a:ext uri="{FF2B5EF4-FFF2-40B4-BE49-F238E27FC236}">
                <a16:creationId xmlns:a16="http://schemas.microsoft.com/office/drawing/2014/main" id="{1061FD02-2891-4F21-A778-1CA94179B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74083" name="Group 3">
            <a:extLst>
              <a:ext uri="{FF2B5EF4-FFF2-40B4-BE49-F238E27FC236}">
                <a16:creationId xmlns:a16="http://schemas.microsoft.com/office/drawing/2014/main" id="{0D7329F5-504D-4C9E-95A1-B4198341997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4095" name="Group 15">
            <a:extLst>
              <a:ext uri="{FF2B5EF4-FFF2-40B4-BE49-F238E27FC236}">
                <a16:creationId xmlns:a16="http://schemas.microsoft.com/office/drawing/2014/main" id="{C6B2A02F-249C-4901-AD55-DDF60F67BDE7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4107" name="Group 27">
            <a:extLst>
              <a:ext uri="{FF2B5EF4-FFF2-40B4-BE49-F238E27FC236}">
                <a16:creationId xmlns:a16="http://schemas.microsoft.com/office/drawing/2014/main" id="{B19D4E37-B730-4C99-B8A5-C80ECAD907A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616" name="Rectangle 39">
            <a:extLst>
              <a:ext uri="{FF2B5EF4-FFF2-40B4-BE49-F238E27FC236}">
                <a16:creationId xmlns:a16="http://schemas.microsoft.com/office/drawing/2014/main" id="{7A480954-BDF8-4E0A-90B7-A64D5F4D0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4120" name="Group 40">
            <a:extLst>
              <a:ext uri="{FF2B5EF4-FFF2-40B4-BE49-F238E27FC236}">
                <a16:creationId xmlns:a16="http://schemas.microsoft.com/office/drawing/2014/main" id="{E6119A50-7EE2-4C12-A55E-A42D53952BDB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5558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4138" name="Group 58">
            <a:extLst>
              <a:ext uri="{FF2B5EF4-FFF2-40B4-BE49-F238E27FC236}">
                <a16:creationId xmlns:a16="http://schemas.microsoft.com/office/drawing/2014/main" id="{7471A688-2556-44C6-BE3A-0C7916237966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4655" name="Group 78">
            <a:extLst>
              <a:ext uri="{FF2B5EF4-FFF2-40B4-BE49-F238E27FC236}">
                <a16:creationId xmlns:a16="http://schemas.microsoft.com/office/drawing/2014/main" id="{07F8B5B2-8046-420F-92A1-FE1EC5C9299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4679" name="Line 79">
              <a:extLst>
                <a:ext uri="{FF2B5EF4-FFF2-40B4-BE49-F238E27FC236}">
                  <a16:creationId xmlns:a16="http://schemas.microsoft.com/office/drawing/2014/main" id="{43C7965B-85D7-410D-B197-704E3B4C5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Line 80">
              <a:extLst>
                <a:ext uri="{FF2B5EF4-FFF2-40B4-BE49-F238E27FC236}">
                  <a16:creationId xmlns:a16="http://schemas.microsoft.com/office/drawing/2014/main" id="{B30F4AFE-43CC-495F-8C51-7DFD2FDDC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Line 81">
              <a:extLst>
                <a:ext uri="{FF2B5EF4-FFF2-40B4-BE49-F238E27FC236}">
                  <a16:creationId xmlns:a16="http://schemas.microsoft.com/office/drawing/2014/main" id="{E35B8163-DBB8-41A6-8FD3-A91A0FA09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56" name="Group 82">
            <a:extLst>
              <a:ext uri="{FF2B5EF4-FFF2-40B4-BE49-F238E27FC236}">
                <a16:creationId xmlns:a16="http://schemas.microsoft.com/office/drawing/2014/main" id="{0607DE2C-82FC-4922-9226-D268104AC48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4675" name="Line 83">
              <a:extLst>
                <a:ext uri="{FF2B5EF4-FFF2-40B4-BE49-F238E27FC236}">
                  <a16:creationId xmlns:a16="http://schemas.microsoft.com/office/drawing/2014/main" id="{D68F31AA-6C46-4926-BF00-3063B33BA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Line 84">
              <a:extLst>
                <a:ext uri="{FF2B5EF4-FFF2-40B4-BE49-F238E27FC236}">
                  <a16:creationId xmlns:a16="http://schemas.microsoft.com/office/drawing/2014/main" id="{79ACB164-CD9C-4BD5-A171-AE3EE9DF4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Line 85">
              <a:extLst>
                <a:ext uri="{FF2B5EF4-FFF2-40B4-BE49-F238E27FC236}">
                  <a16:creationId xmlns:a16="http://schemas.microsoft.com/office/drawing/2014/main" id="{5805E516-00C3-450C-9466-860684BE0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8" name="Line 86">
              <a:extLst>
                <a:ext uri="{FF2B5EF4-FFF2-40B4-BE49-F238E27FC236}">
                  <a16:creationId xmlns:a16="http://schemas.microsoft.com/office/drawing/2014/main" id="{CEF8299E-DC00-4C7C-9800-B086923E6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57" name="Group 87">
            <a:extLst>
              <a:ext uri="{FF2B5EF4-FFF2-40B4-BE49-F238E27FC236}">
                <a16:creationId xmlns:a16="http://schemas.microsoft.com/office/drawing/2014/main" id="{B0A70270-4CCB-4DD9-8509-2FD92F4BF70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4671" name="Line 88">
              <a:extLst>
                <a:ext uri="{FF2B5EF4-FFF2-40B4-BE49-F238E27FC236}">
                  <a16:creationId xmlns:a16="http://schemas.microsoft.com/office/drawing/2014/main" id="{CD5ECC36-B0FC-4A1C-BD67-3FB69CBBE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2" name="Line 89">
              <a:extLst>
                <a:ext uri="{FF2B5EF4-FFF2-40B4-BE49-F238E27FC236}">
                  <a16:creationId xmlns:a16="http://schemas.microsoft.com/office/drawing/2014/main" id="{1F931653-92FB-4163-98F9-79E37C344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3" name="Line 90">
              <a:extLst>
                <a:ext uri="{FF2B5EF4-FFF2-40B4-BE49-F238E27FC236}">
                  <a16:creationId xmlns:a16="http://schemas.microsoft.com/office/drawing/2014/main" id="{CD8E9B4D-3EA0-4C3F-8150-B1835C989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4" name="Line 91">
              <a:extLst>
                <a:ext uri="{FF2B5EF4-FFF2-40B4-BE49-F238E27FC236}">
                  <a16:creationId xmlns:a16="http://schemas.microsoft.com/office/drawing/2014/main" id="{2B9D6C6E-E496-4C93-803F-D0C908864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658" name="Group 92">
            <a:extLst>
              <a:ext uri="{FF2B5EF4-FFF2-40B4-BE49-F238E27FC236}">
                <a16:creationId xmlns:a16="http://schemas.microsoft.com/office/drawing/2014/main" id="{371763FE-4D23-46D9-9262-6290F63F73E2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4665" name="Text Box 93">
              <a:extLst>
                <a:ext uri="{FF2B5EF4-FFF2-40B4-BE49-F238E27FC236}">
                  <a16:creationId xmlns:a16="http://schemas.microsoft.com/office/drawing/2014/main" id="{373D8D85-6D91-4D19-98F8-0A590799C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666" name="Text Box 94">
              <a:extLst>
                <a:ext uri="{FF2B5EF4-FFF2-40B4-BE49-F238E27FC236}">
                  <a16:creationId xmlns:a16="http://schemas.microsoft.com/office/drawing/2014/main" id="{6066AF82-63E5-4D2E-982F-B391AA604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667" name="Text Box 95">
              <a:extLst>
                <a:ext uri="{FF2B5EF4-FFF2-40B4-BE49-F238E27FC236}">
                  <a16:creationId xmlns:a16="http://schemas.microsoft.com/office/drawing/2014/main" id="{8E409B00-32D7-4C3D-84D0-86094ABFC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668" name="Text Box 96">
              <a:extLst>
                <a:ext uri="{FF2B5EF4-FFF2-40B4-BE49-F238E27FC236}">
                  <a16:creationId xmlns:a16="http://schemas.microsoft.com/office/drawing/2014/main" id="{A4AE8F5E-C8D9-4D0A-A4C6-803FFB849A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669" name="Text Box 97">
              <a:extLst>
                <a:ext uri="{FF2B5EF4-FFF2-40B4-BE49-F238E27FC236}">
                  <a16:creationId xmlns:a16="http://schemas.microsoft.com/office/drawing/2014/main" id="{B6384725-F06F-4223-B039-3ADF4CDBC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670" name="Text Box 98">
              <a:extLst>
                <a:ext uri="{FF2B5EF4-FFF2-40B4-BE49-F238E27FC236}">
                  <a16:creationId xmlns:a16="http://schemas.microsoft.com/office/drawing/2014/main" id="{12637060-6027-4FFD-8F10-B51FD6DD6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659" name="Group 99">
            <a:extLst>
              <a:ext uri="{FF2B5EF4-FFF2-40B4-BE49-F238E27FC236}">
                <a16:creationId xmlns:a16="http://schemas.microsoft.com/office/drawing/2014/main" id="{259A1112-3F3C-4C7A-BE86-35B83F19680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4661" name="Line 100">
              <a:extLst>
                <a:ext uri="{FF2B5EF4-FFF2-40B4-BE49-F238E27FC236}">
                  <a16:creationId xmlns:a16="http://schemas.microsoft.com/office/drawing/2014/main" id="{4CB29E0F-E841-4E36-A073-F555817EA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Line 101">
              <a:extLst>
                <a:ext uri="{FF2B5EF4-FFF2-40B4-BE49-F238E27FC236}">
                  <a16:creationId xmlns:a16="http://schemas.microsoft.com/office/drawing/2014/main" id="{69FD2130-3CA1-42C5-B6C5-48695B9110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3" name="Line 102">
              <a:extLst>
                <a:ext uri="{FF2B5EF4-FFF2-40B4-BE49-F238E27FC236}">
                  <a16:creationId xmlns:a16="http://schemas.microsoft.com/office/drawing/2014/main" id="{E3D64089-FA88-424A-BD85-645A8CDA4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Line 103">
              <a:extLst>
                <a:ext uri="{FF2B5EF4-FFF2-40B4-BE49-F238E27FC236}">
                  <a16:creationId xmlns:a16="http://schemas.microsoft.com/office/drawing/2014/main" id="{9D521C2C-36F8-4FE4-AF5A-33EBA3ECE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60" name="Line 104">
            <a:extLst>
              <a:ext uri="{FF2B5EF4-FFF2-40B4-BE49-F238E27FC236}">
                <a16:creationId xmlns:a16="http://schemas.microsoft.com/office/drawing/2014/main" id="{A06890E2-613A-4157-B17F-7A0A785CB4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572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070B200F-14C3-49BB-9C21-DF7E2B0BD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852738"/>
            <a:ext cx="10668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5163" name="Group 59">
            <a:extLst>
              <a:ext uri="{FF2B5EF4-FFF2-40B4-BE49-F238E27FC236}">
                <a16:creationId xmlns:a16="http://schemas.microsoft.com/office/drawing/2014/main" id="{DC9D96D0-ACAB-45C7-A2FD-DA36A1AE0B14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2921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623" name="Rectangle 3">
            <a:extLst>
              <a:ext uri="{FF2B5EF4-FFF2-40B4-BE49-F238E27FC236}">
                <a16:creationId xmlns:a16="http://schemas.microsoft.com/office/drawing/2014/main" id="{32E36274-01D0-4F13-A25F-1D31AB24B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5263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graphicFrame>
        <p:nvGraphicFramePr>
          <p:cNvPr id="175212" name="Group 108">
            <a:extLst>
              <a:ext uri="{FF2B5EF4-FFF2-40B4-BE49-F238E27FC236}">
                <a16:creationId xmlns:a16="http://schemas.microsoft.com/office/drawing/2014/main" id="{58C94820-074A-440A-B69B-CDFAAF5EFFF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5120" name="Group 16">
            <a:extLst>
              <a:ext uri="{FF2B5EF4-FFF2-40B4-BE49-F238E27FC236}">
                <a16:creationId xmlns:a16="http://schemas.microsoft.com/office/drawing/2014/main" id="{01943433-EDA3-417E-936D-B19F8B8AB1B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5132" name="Group 28">
            <a:extLst>
              <a:ext uri="{FF2B5EF4-FFF2-40B4-BE49-F238E27FC236}">
                <a16:creationId xmlns:a16="http://schemas.microsoft.com/office/drawing/2014/main" id="{74BC1C4E-D880-46E1-A95F-4E33550F0B5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660" name="Rectangle 40">
            <a:extLst>
              <a:ext uri="{FF2B5EF4-FFF2-40B4-BE49-F238E27FC236}">
                <a16:creationId xmlns:a16="http://schemas.microsoft.com/office/drawing/2014/main" id="{33930F0B-9121-4E28-9C98-C8E7BF9B3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5145" name="Group 41">
            <a:extLst>
              <a:ext uri="{FF2B5EF4-FFF2-40B4-BE49-F238E27FC236}">
                <a16:creationId xmlns:a16="http://schemas.microsoft.com/office/drawing/2014/main" id="{6B1564C0-B1B8-44D1-964F-A4254CD0B410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5558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5679" name="Group 79">
            <a:extLst>
              <a:ext uri="{FF2B5EF4-FFF2-40B4-BE49-F238E27FC236}">
                <a16:creationId xmlns:a16="http://schemas.microsoft.com/office/drawing/2014/main" id="{7D3C9ACE-4F25-4B6F-99F1-DDDC24F11E3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5704" name="Line 80">
              <a:extLst>
                <a:ext uri="{FF2B5EF4-FFF2-40B4-BE49-F238E27FC236}">
                  <a16:creationId xmlns:a16="http://schemas.microsoft.com/office/drawing/2014/main" id="{5AC1AB82-BA62-460C-98CF-2E744B3D8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Line 81">
              <a:extLst>
                <a:ext uri="{FF2B5EF4-FFF2-40B4-BE49-F238E27FC236}">
                  <a16:creationId xmlns:a16="http://schemas.microsoft.com/office/drawing/2014/main" id="{F0B23EA3-B1A0-436E-BC1F-107D972DF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Line 82">
              <a:extLst>
                <a:ext uri="{FF2B5EF4-FFF2-40B4-BE49-F238E27FC236}">
                  <a16:creationId xmlns:a16="http://schemas.microsoft.com/office/drawing/2014/main" id="{710CF497-A01B-4B4C-834A-C3A6E455C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0" name="Group 83">
            <a:extLst>
              <a:ext uri="{FF2B5EF4-FFF2-40B4-BE49-F238E27FC236}">
                <a16:creationId xmlns:a16="http://schemas.microsoft.com/office/drawing/2014/main" id="{130F91BC-E023-4AEE-81F4-BDC919459C5D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5700" name="Line 84">
              <a:extLst>
                <a:ext uri="{FF2B5EF4-FFF2-40B4-BE49-F238E27FC236}">
                  <a16:creationId xmlns:a16="http://schemas.microsoft.com/office/drawing/2014/main" id="{5AB972AD-3810-420F-9B66-A419542CF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1" name="Line 85">
              <a:extLst>
                <a:ext uri="{FF2B5EF4-FFF2-40B4-BE49-F238E27FC236}">
                  <a16:creationId xmlns:a16="http://schemas.microsoft.com/office/drawing/2014/main" id="{C1AB1193-DDB5-4708-8ABF-EA96CB8DC5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2" name="Line 86">
              <a:extLst>
                <a:ext uri="{FF2B5EF4-FFF2-40B4-BE49-F238E27FC236}">
                  <a16:creationId xmlns:a16="http://schemas.microsoft.com/office/drawing/2014/main" id="{694536BE-220E-4466-8B1D-2182C89D8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3" name="Line 87">
              <a:extLst>
                <a:ext uri="{FF2B5EF4-FFF2-40B4-BE49-F238E27FC236}">
                  <a16:creationId xmlns:a16="http://schemas.microsoft.com/office/drawing/2014/main" id="{258D9BA4-4709-430E-B6B8-FD6791528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1" name="Group 88">
            <a:extLst>
              <a:ext uri="{FF2B5EF4-FFF2-40B4-BE49-F238E27FC236}">
                <a16:creationId xmlns:a16="http://schemas.microsoft.com/office/drawing/2014/main" id="{A7925707-568A-4293-9297-B21F2E2D169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5696" name="Line 89">
              <a:extLst>
                <a:ext uri="{FF2B5EF4-FFF2-40B4-BE49-F238E27FC236}">
                  <a16:creationId xmlns:a16="http://schemas.microsoft.com/office/drawing/2014/main" id="{7709C281-F189-4DB1-891C-6519B4B53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7" name="Line 90">
              <a:extLst>
                <a:ext uri="{FF2B5EF4-FFF2-40B4-BE49-F238E27FC236}">
                  <a16:creationId xmlns:a16="http://schemas.microsoft.com/office/drawing/2014/main" id="{1814B548-4162-419B-820F-7F17DB8E3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8" name="Line 91">
              <a:extLst>
                <a:ext uri="{FF2B5EF4-FFF2-40B4-BE49-F238E27FC236}">
                  <a16:creationId xmlns:a16="http://schemas.microsoft.com/office/drawing/2014/main" id="{95AF66C4-69C0-4EBB-86B4-4709F9407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9" name="Line 92">
              <a:extLst>
                <a:ext uri="{FF2B5EF4-FFF2-40B4-BE49-F238E27FC236}">
                  <a16:creationId xmlns:a16="http://schemas.microsoft.com/office/drawing/2014/main" id="{7448DFC8-B242-4129-98B4-EFC12DA32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82" name="Group 93">
            <a:extLst>
              <a:ext uri="{FF2B5EF4-FFF2-40B4-BE49-F238E27FC236}">
                <a16:creationId xmlns:a16="http://schemas.microsoft.com/office/drawing/2014/main" id="{00E02A2B-73D2-4882-A1EF-64668FC801A0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5690" name="Text Box 94">
              <a:extLst>
                <a:ext uri="{FF2B5EF4-FFF2-40B4-BE49-F238E27FC236}">
                  <a16:creationId xmlns:a16="http://schemas.microsoft.com/office/drawing/2014/main" id="{2D546F40-25DF-4E54-95B3-22681B487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691" name="Text Box 95">
              <a:extLst>
                <a:ext uri="{FF2B5EF4-FFF2-40B4-BE49-F238E27FC236}">
                  <a16:creationId xmlns:a16="http://schemas.microsoft.com/office/drawing/2014/main" id="{FEB5F4B9-ADB0-4637-856B-B8152D6C5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692" name="Text Box 96">
              <a:extLst>
                <a:ext uri="{FF2B5EF4-FFF2-40B4-BE49-F238E27FC236}">
                  <a16:creationId xmlns:a16="http://schemas.microsoft.com/office/drawing/2014/main" id="{A6679C3C-C3D7-4012-AFED-DDF4FBDD9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693" name="Text Box 97">
              <a:extLst>
                <a:ext uri="{FF2B5EF4-FFF2-40B4-BE49-F238E27FC236}">
                  <a16:creationId xmlns:a16="http://schemas.microsoft.com/office/drawing/2014/main" id="{1F6A9742-EB8E-4602-AF42-6ADFE10E3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694" name="Text Box 98">
              <a:extLst>
                <a:ext uri="{FF2B5EF4-FFF2-40B4-BE49-F238E27FC236}">
                  <a16:creationId xmlns:a16="http://schemas.microsoft.com/office/drawing/2014/main" id="{3C19D0B8-15D8-4D7D-83F5-2DCF523F2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695" name="Text Box 99">
              <a:extLst>
                <a:ext uri="{FF2B5EF4-FFF2-40B4-BE49-F238E27FC236}">
                  <a16:creationId xmlns:a16="http://schemas.microsoft.com/office/drawing/2014/main" id="{3B219BFC-0780-4FA4-9AFE-3359131A2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5204" name="AutoShape 100">
            <a:extLst>
              <a:ext uri="{FF2B5EF4-FFF2-40B4-BE49-F238E27FC236}">
                <a16:creationId xmlns:a16="http://schemas.microsoft.com/office/drawing/2014/main" id="{9E956712-DE1E-4468-B078-D2604CA68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2971800"/>
            <a:ext cx="533400" cy="228600"/>
          </a:xfrm>
          <a:prstGeom prst="leftArrow">
            <a:avLst>
              <a:gd name="adj1" fmla="val 50000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pSp>
        <p:nvGrpSpPr>
          <p:cNvPr id="25684" name="Group 101">
            <a:extLst>
              <a:ext uri="{FF2B5EF4-FFF2-40B4-BE49-F238E27FC236}">
                <a16:creationId xmlns:a16="http://schemas.microsoft.com/office/drawing/2014/main" id="{AB78C967-0438-4727-8895-4D07DAC0DA3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5686" name="Line 102">
              <a:extLst>
                <a:ext uri="{FF2B5EF4-FFF2-40B4-BE49-F238E27FC236}">
                  <a16:creationId xmlns:a16="http://schemas.microsoft.com/office/drawing/2014/main" id="{4374C038-4FAB-41B4-BE81-58A9D492C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7" name="Line 103">
              <a:extLst>
                <a:ext uri="{FF2B5EF4-FFF2-40B4-BE49-F238E27FC236}">
                  <a16:creationId xmlns:a16="http://schemas.microsoft.com/office/drawing/2014/main" id="{C12F802C-E7E3-4AC7-8D38-EDC849BC4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8" name="Line 104">
              <a:extLst>
                <a:ext uri="{FF2B5EF4-FFF2-40B4-BE49-F238E27FC236}">
                  <a16:creationId xmlns:a16="http://schemas.microsoft.com/office/drawing/2014/main" id="{6D94157E-62A0-4842-9D2C-4B608411A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9" name="Line 105">
              <a:extLst>
                <a:ext uri="{FF2B5EF4-FFF2-40B4-BE49-F238E27FC236}">
                  <a16:creationId xmlns:a16="http://schemas.microsoft.com/office/drawing/2014/main" id="{CA43FE76-D70F-4467-B060-3065A8A56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85" name="Line 106">
            <a:extLst>
              <a:ext uri="{FF2B5EF4-FFF2-40B4-BE49-F238E27FC236}">
                <a16:creationId xmlns:a16="http://schemas.microsoft.com/office/drawing/2014/main" id="{297C6E16-9C35-4F3C-8163-E9DAEA794F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4572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animBg="1"/>
      <p:bldP spid="17520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2EADE4F3-7E22-4D1A-9FF7-0E3DB7D35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962400"/>
            <a:ext cx="10668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6187" name="Group 59">
            <a:extLst>
              <a:ext uri="{FF2B5EF4-FFF2-40B4-BE49-F238E27FC236}">
                <a16:creationId xmlns:a16="http://schemas.microsoft.com/office/drawing/2014/main" id="{F6640331-19CB-46B3-89BA-21E25228F3B2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255587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645" name="Rectangle 3">
            <a:extLst>
              <a:ext uri="{FF2B5EF4-FFF2-40B4-BE49-F238E27FC236}">
                <a16:creationId xmlns:a16="http://schemas.microsoft.com/office/drawing/2014/main" id="{26C1E8E9-8DA0-4385-BD8E-7F4F28FB5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 sz="3600"/>
              <a:t>Common Subexpression Elimination</a:t>
            </a:r>
          </a:p>
        </p:txBody>
      </p:sp>
      <p:graphicFrame>
        <p:nvGraphicFramePr>
          <p:cNvPr id="176132" name="Group 4">
            <a:extLst>
              <a:ext uri="{FF2B5EF4-FFF2-40B4-BE49-F238E27FC236}">
                <a16:creationId xmlns:a16="http://schemas.microsoft.com/office/drawing/2014/main" id="{9111C457-A7FA-406E-9C08-E8E4E597F1D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6144" name="Group 16">
            <a:extLst>
              <a:ext uri="{FF2B5EF4-FFF2-40B4-BE49-F238E27FC236}">
                <a16:creationId xmlns:a16="http://schemas.microsoft.com/office/drawing/2014/main" id="{B4FB63F7-DAB9-474D-8A13-C6DF551D7C2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6156" name="Group 28">
            <a:extLst>
              <a:ext uri="{FF2B5EF4-FFF2-40B4-BE49-F238E27FC236}">
                <a16:creationId xmlns:a16="http://schemas.microsoft.com/office/drawing/2014/main" id="{1D9FB40D-D0AE-47E5-A91C-46988A1A883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584325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53" marB="456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682" name="Rectangle 40">
            <a:extLst>
              <a:ext uri="{FF2B5EF4-FFF2-40B4-BE49-F238E27FC236}">
                <a16:creationId xmlns:a16="http://schemas.microsoft.com/office/drawing/2014/main" id="{7138C5CF-8D89-4534-9309-B25C1C23B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6169" name="Group 41">
            <a:extLst>
              <a:ext uri="{FF2B5EF4-FFF2-40B4-BE49-F238E27FC236}">
                <a16:creationId xmlns:a16="http://schemas.microsoft.com/office/drawing/2014/main" id="{7FF771B5-F59B-4262-8F60-88AA58F3CDAD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5558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6701" name="Group 77">
            <a:extLst>
              <a:ext uri="{FF2B5EF4-FFF2-40B4-BE49-F238E27FC236}">
                <a16:creationId xmlns:a16="http://schemas.microsoft.com/office/drawing/2014/main" id="{BF8597AF-6C54-49B8-858F-FF0A9E89B98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6726" name="Line 78">
              <a:extLst>
                <a:ext uri="{FF2B5EF4-FFF2-40B4-BE49-F238E27FC236}">
                  <a16:creationId xmlns:a16="http://schemas.microsoft.com/office/drawing/2014/main" id="{40604D5A-675E-4DFE-83BB-9DEE6BE4B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Line 79">
              <a:extLst>
                <a:ext uri="{FF2B5EF4-FFF2-40B4-BE49-F238E27FC236}">
                  <a16:creationId xmlns:a16="http://schemas.microsoft.com/office/drawing/2014/main" id="{43CA7CE9-CF19-4B19-94EF-8135CDA7E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Line 80">
              <a:extLst>
                <a:ext uri="{FF2B5EF4-FFF2-40B4-BE49-F238E27FC236}">
                  <a16:creationId xmlns:a16="http://schemas.microsoft.com/office/drawing/2014/main" id="{7569DB71-B297-4366-9C83-B2F13D290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02" name="Group 81">
            <a:extLst>
              <a:ext uri="{FF2B5EF4-FFF2-40B4-BE49-F238E27FC236}">
                <a16:creationId xmlns:a16="http://schemas.microsoft.com/office/drawing/2014/main" id="{6C5311D9-430E-42E0-A581-4DEE95CEF98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6722" name="Line 82">
              <a:extLst>
                <a:ext uri="{FF2B5EF4-FFF2-40B4-BE49-F238E27FC236}">
                  <a16:creationId xmlns:a16="http://schemas.microsoft.com/office/drawing/2014/main" id="{D6D883BA-F953-4F45-A797-7A339E3AF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Line 83">
              <a:extLst>
                <a:ext uri="{FF2B5EF4-FFF2-40B4-BE49-F238E27FC236}">
                  <a16:creationId xmlns:a16="http://schemas.microsoft.com/office/drawing/2014/main" id="{2CD158E8-8C56-4F5D-AAEE-A5AAE90EA1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Line 84">
              <a:extLst>
                <a:ext uri="{FF2B5EF4-FFF2-40B4-BE49-F238E27FC236}">
                  <a16:creationId xmlns:a16="http://schemas.microsoft.com/office/drawing/2014/main" id="{4D8313B5-198F-4D8D-9EB2-A7049189B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5" name="Line 85">
              <a:extLst>
                <a:ext uri="{FF2B5EF4-FFF2-40B4-BE49-F238E27FC236}">
                  <a16:creationId xmlns:a16="http://schemas.microsoft.com/office/drawing/2014/main" id="{FFB9FCF6-F842-4994-B5F6-82823F4AA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03" name="Group 86">
            <a:extLst>
              <a:ext uri="{FF2B5EF4-FFF2-40B4-BE49-F238E27FC236}">
                <a16:creationId xmlns:a16="http://schemas.microsoft.com/office/drawing/2014/main" id="{894817B3-E0DF-4400-BAA8-F0B4C709CCCF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6718" name="Line 87">
              <a:extLst>
                <a:ext uri="{FF2B5EF4-FFF2-40B4-BE49-F238E27FC236}">
                  <a16:creationId xmlns:a16="http://schemas.microsoft.com/office/drawing/2014/main" id="{4F5278AB-C334-4ECC-8EAC-D13AAFAC0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Line 88">
              <a:extLst>
                <a:ext uri="{FF2B5EF4-FFF2-40B4-BE49-F238E27FC236}">
                  <a16:creationId xmlns:a16="http://schemas.microsoft.com/office/drawing/2014/main" id="{ADDF7D99-352E-458F-B07C-D22ABBFE1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Line 89">
              <a:extLst>
                <a:ext uri="{FF2B5EF4-FFF2-40B4-BE49-F238E27FC236}">
                  <a16:creationId xmlns:a16="http://schemas.microsoft.com/office/drawing/2014/main" id="{FE47F9D9-D3C2-4023-8839-A9C9DD078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Line 90">
              <a:extLst>
                <a:ext uri="{FF2B5EF4-FFF2-40B4-BE49-F238E27FC236}">
                  <a16:creationId xmlns:a16="http://schemas.microsoft.com/office/drawing/2014/main" id="{AD36F67B-CDA3-4904-90A9-43EA0D20D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04" name="Group 91">
            <a:extLst>
              <a:ext uri="{FF2B5EF4-FFF2-40B4-BE49-F238E27FC236}">
                <a16:creationId xmlns:a16="http://schemas.microsoft.com/office/drawing/2014/main" id="{B40B2C30-4B94-4552-8AC6-5FBAF28315F6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6712" name="Text Box 92">
              <a:extLst>
                <a:ext uri="{FF2B5EF4-FFF2-40B4-BE49-F238E27FC236}">
                  <a16:creationId xmlns:a16="http://schemas.microsoft.com/office/drawing/2014/main" id="{B156FE3E-568F-4200-A8DC-DBE35A5EA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713" name="Text Box 93">
              <a:extLst>
                <a:ext uri="{FF2B5EF4-FFF2-40B4-BE49-F238E27FC236}">
                  <a16:creationId xmlns:a16="http://schemas.microsoft.com/office/drawing/2014/main" id="{310ED3A4-2D03-48CD-B8AC-F91023AE8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714" name="Text Box 94">
              <a:extLst>
                <a:ext uri="{FF2B5EF4-FFF2-40B4-BE49-F238E27FC236}">
                  <a16:creationId xmlns:a16="http://schemas.microsoft.com/office/drawing/2014/main" id="{DC9E4334-9CF8-4DAD-8DC5-6190BE87F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715" name="Text Box 95">
              <a:extLst>
                <a:ext uri="{FF2B5EF4-FFF2-40B4-BE49-F238E27FC236}">
                  <a16:creationId xmlns:a16="http://schemas.microsoft.com/office/drawing/2014/main" id="{3DE76283-7B5E-4309-ACC4-2A9480DE2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716" name="Text Box 96">
              <a:extLst>
                <a:ext uri="{FF2B5EF4-FFF2-40B4-BE49-F238E27FC236}">
                  <a16:creationId xmlns:a16="http://schemas.microsoft.com/office/drawing/2014/main" id="{69A8B6DD-67C2-4CF5-BEE5-90226730C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717" name="Text Box 97">
              <a:extLst>
                <a:ext uri="{FF2B5EF4-FFF2-40B4-BE49-F238E27FC236}">
                  <a16:creationId xmlns:a16="http://schemas.microsoft.com/office/drawing/2014/main" id="{B879AD69-DF4B-462E-8F6B-9D63D498B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76226" name="AutoShape 98">
            <a:extLst>
              <a:ext uri="{FF2B5EF4-FFF2-40B4-BE49-F238E27FC236}">
                <a16:creationId xmlns:a16="http://schemas.microsoft.com/office/drawing/2014/main" id="{5CC26373-3BAE-4700-B168-4728C737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886200"/>
            <a:ext cx="609600" cy="457200"/>
          </a:xfrm>
          <a:prstGeom prst="lef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pSp>
        <p:nvGrpSpPr>
          <p:cNvPr id="26706" name="Group 99">
            <a:extLst>
              <a:ext uri="{FF2B5EF4-FFF2-40B4-BE49-F238E27FC236}">
                <a16:creationId xmlns:a16="http://schemas.microsoft.com/office/drawing/2014/main" id="{B49A4C6E-63A9-478A-84D2-82B7AC225AAF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6708" name="Line 100">
              <a:extLst>
                <a:ext uri="{FF2B5EF4-FFF2-40B4-BE49-F238E27FC236}">
                  <a16:creationId xmlns:a16="http://schemas.microsoft.com/office/drawing/2014/main" id="{C58964C1-8E8D-4C05-ABBB-BDFB1D1B1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Line 101">
              <a:extLst>
                <a:ext uri="{FF2B5EF4-FFF2-40B4-BE49-F238E27FC236}">
                  <a16:creationId xmlns:a16="http://schemas.microsoft.com/office/drawing/2014/main" id="{26DBD2E5-A662-4172-81B9-DC3F6432BD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Line 102">
              <a:extLst>
                <a:ext uri="{FF2B5EF4-FFF2-40B4-BE49-F238E27FC236}">
                  <a16:creationId xmlns:a16="http://schemas.microsoft.com/office/drawing/2014/main" id="{58C7EEF3-A58E-45F3-8B89-D5A438C2A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Line 103">
              <a:extLst>
                <a:ext uri="{FF2B5EF4-FFF2-40B4-BE49-F238E27FC236}">
                  <a16:creationId xmlns:a16="http://schemas.microsoft.com/office/drawing/2014/main" id="{15CC6D6E-F6E2-4387-9AB5-E65D9099E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707" name="Line 104">
            <a:extLst>
              <a:ext uri="{FF2B5EF4-FFF2-40B4-BE49-F238E27FC236}">
                <a16:creationId xmlns:a16="http://schemas.microsoft.com/office/drawing/2014/main" id="{A3EDDF35-EB71-448E-B663-E41ADFB297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572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 animBg="1"/>
      <p:bldP spid="1762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31B1DF-94A2-4B69-8B27-EA59E0E4A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7163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graphicFrame>
        <p:nvGraphicFramePr>
          <p:cNvPr id="177155" name="Group 3">
            <a:extLst>
              <a:ext uri="{FF2B5EF4-FFF2-40B4-BE49-F238E27FC236}">
                <a16:creationId xmlns:a16="http://schemas.microsoft.com/office/drawing/2014/main" id="{2F29040E-07E1-431F-9E45-E467834A824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7167" name="Group 15">
            <a:extLst>
              <a:ext uri="{FF2B5EF4-FFF2-40B4-BE49-F238E27FC236}">
                <a16:creationId xmlns:a16="http://schemas.microsoft.com/office/drawing/2014/main" id="{061BED4F-C83A-42FA-B078-F1E435E3417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7179" name="Group 27">
            <a:extLst>
              <a:ext uri="{FF2B5EF4-FFF2-40B4-BE49-F238E27FC236}">
                <a16:creationId xmlns:a16="http://schemas.microsoft.com/office/drawing/2014/main" id="{1912C2C3-E375-43D4-A48A-783180A2F20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87" name="Rectangle 39">
            <a:extLst>
              <a:ext uri="{FF2B5EF4-FFF2-40B4-BE49-F238E27FC236}">
                <a16:creationId xmlns:a16="http://schemas.microsoft.com/office/drawing/2014/main" id="{0250E328-B4FD-4701-BA1E-7F4532FB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7192" name="Group 40">
            <a:extLst>
              <a:ext uri="{FF2B5EF4-FFF2-40B4-BE49-F238E27FC236}">
                <a16:creationId xmlns:a16="http://schemas.microsoft.com/office/drawing/2014/main" id="{21ECD516-919C-4B52-8DD1-EB07B705FE1A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5558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7210" name="Group 58">
            <a:extLst>
              <a:ext uri="{FF2B5EF4-FFF2-40B4-BE49-F238E27FC236}">
                <a16:creationId xmlns:a16="http://schemas.microsoft.com/office/drawing/2014/main" id="{58297B7B-B860-4655-9315-60B81743CBAE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7722" name="Group 74">
            <a:extLst>
              <a:ext uri="{FF2B5EF4-FFF2-40B4-BE49-F238E27FC236}">
                <a16:creationId xmlns:a16="http://schemas.microsoft.com/office/drawing/2014/main" id="{44DADD46-5527-4929-8D69-380FAFE7ED5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7746" name="Line 75">
              <a:extLst>
                <a:ext uri="{FF2B5EF4-FFF2-40B4-BE49-F238E27FC236}">
                  <a16:creationId xmlns:a16="http://schemas.microsoft.com/office/drawing/2014/main" id="{812B0AC8-1617-4A6C-9F93-22E47D8DD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Line 76">
              <a:extLst>
                <a:ext uri="{FF2B5EF4-FFF2-40B4-BE49-F238E27FC236}">
                  <a16:creationId xmlns:a16="http://schemas.microsoft.com/office/drawing/2014/main" id="{F79AE76A-CACF-4F4A-A154-B4F4986DD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Line 77">
              <a:extLst>
                <a:ext uri="{FF2B5EF4-FFF2-40B4-BE49-F238E27FC236}">
                  <a16:creationId xmlns:a16="http://schemas.microsoft.com/office/drawing/2014/main" id="{D49E927D-72CA-4B61-A72E-4EE96D24B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723" name="Group 78">
            <a:extLst>
              <a:ext uri="{FF2B5EF4-FFF2-40B4-BE49-F238E27FC236}">
                <a16:creationId xmlns:a16="http://schemas.microsoft.com/office/drawing/2014/main" id="{137DB28B-4451-4A07-A24A-FE6B3F76FD9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7742" name="Line 79">
              <a:extLst>
                <a:ext uri="{FF2B5EF4-FFF2-40B4-BE49-F238E27FC236}">
                  <a16:creationId xmlns:a16="http://schemas.microsoft.com/office/drawing/2014/main" id="{635080E4-00CF-412A-8833-83562B682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Line 80">
              <a:extLst>
                <a:ext uri="{FF2B5EF4-FFF2-40B4-BE49-F238E27FC236}">
                  <a16:creationId xmlns:a16="http://schemas.microsoft.com/office/drawing/2014/main" id="{3C345FC2-DE10-4FFE-BB42-235076C3F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Line 81">
              <a:extLst>
                <a:ext uri="{FF2B5EF4-FFF2-40B4-BE49-F238E27FC236}">
                  <a16:creationId xmlns:a16="http://schemas.microsoft.com/office/drawing/2014/main" id="{09FBDB69-491F-4D82-BD1E-4324CD728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Line 82">
              <a:extLst>
                <a:ext uri="{FF2B5EF4-FFF2-40B4-BE49-F238E27FC236}">
                  <a16:creationId xmlns:a16="http://schemas.microsoft.com/office/drawing/2014/main" id="{4234E62A-9429-4139-949E-6DC16334C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724" name="Group 83">
            <a:extLst>
              <a:ext uri="{FF2B5EF4-FFF2-40B4-BE49-F238E27FC236}">
                <a16:creationId xmlns:a16="http://schemas.microsoft.com/office/drawing/2014/main" id="{E46B07CD-6285-4043-8952-1D7D39A9202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7738" name="Line 84">
              <a:extLst>
                <a:ext uri="{FF2B5EF4-FFF2-40B4-BE49-F238E27FC236}">
                  <a16:creationId xmlns:a16="http://schemas.microsoft.com/office/drawing/2014/main" id="{7136D929-E204-4C7F-B491-1917AAC55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Line 85">
              <a:extLst>
                <a:ext uri="{FF2B5EF4-FFF2-40B4-BE49-F238E27FC236}">
                  <a16:creationId xmlns:a16="http://schemas.microsoft.com/office/drawing/2014/main" id="{C815A6D0-C999-4830-9855-36A5D8ACF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Line 86">
              <a:extLst>
                <a:ext uri="{FF2B5EF4-FFF2-40B4-BE49-F238E27FC236}">
                  <a16:creationId xmlns:a16="http://schemas.microsoft.com/office/drawing/2014/main" id="{7375DD65-5BBC-492E-BC36-3225528D9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Line 87">
              <a:extLst>
                <a:ext uri="{FF2B5EF4-FFF2-40B4-BE49-F238E27FC236}">
                  <a16:creationId xmlns:a16="http://schemas.microsoft.com/office/drawing/2014/main" id="{0CBF5371-F0D3-4F59-93B6-3BBABCA58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725" name="Group 88">
            <a:extLst>
              <a:ext uri="{FF2B5EF4-FFF2-40B4-BE49-F238E27FC236}">
                <a16:creationId xmlns:a16="http://schemas.microsoft.com/office/drawing/2014/main" id="{D5A0EEBC-3CA3-41FB-9CA7-F21A4E3D259E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7732" name="Text Box 89">
              <a:extLst>
                <a:ext uri="{FF2B5EF4-FFF2-40B4-BE49-F238E27FC236}">
                  <a16:creationId xmlns:a16="http://schemas.microsoft.com/office/drawing/2014/main" id="{137056EC-736D-4F45-BEBE-8119CE557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733" name="Text Box 90">
              <a:extLst>
                <a:ext uri="{FF2B5EF4-FFF2-40B4-BE49-F238E27FC236}">
                  <a16:creationId xmlns:a16="http://schemas.microsoft.com/office/drawing/2014/main" id="{A1FB61FC-E410-4C7F-925A-8D590DA01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734" name="Text Box 91">
              <a:extLst>
                <a:ext uri="{FF2B5EF4-FFF2-40B4-BE49-F238E27FC236}">
                  <a16:creationId xmlns:a16="http://schemas.microsoft.com/office/drawing/2014/main" id="{DBECA4BF-62AA-4B48-90D5-FF843F440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735" name="Text Box 92">
              <a:extLst>
                <a:ext uri="{FF2B5EF4-FFF2-40B4-BE49-F238E27FC236}">
                  <a16:creationId xmlns:a16="http://schemas.microsoft.com/office/drawing/2014/main" id="{3545BF70-5F4A-4991-9E9E-017179A8C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736" name="Text Box 93">
              <a:extLst>
                <a:ext uri="{FF2B5EF4-FFF2-40B4-BE49-F238E27FC236}">
                  <a16:creationId xmlns:a16="http://schemas.microsoft.com/office/drawing/2014/main" id="{C5AD59B2-2270-43F6-A59A-3632872F7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737" name="Text Box 94">
              <a:extLst>
                <a:ext uri="{FF2B5EF4-FFF2-40B4-BE49-F238E27FC236}">
                  <a16:creationId xmlns:a16="http://schemas.microsoft.com/office/drawing/2014/main" id="{27782E16-7150-4BB4-945E-AF95880D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726" name="Group 95">
            <a:extLst>
              <a:ext uri="{FF2B5EF4-FFF2-40B4-BE49-F238E27FC236}">
                <a16:creationId xmlns:a16="http://schemas.microsoft.com/office/drawing/2014/main" id="{F436D95A-FEAB-4A93-A5C1-F65514A884BF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7728" name="Line 96">
              <a:extLst>
                <a:ext uri="{FF2B5EF4-FFF2-40B4-BE49-F238E27FC236}">
                  <a16:creationId xmlns:a16="http://schemas.microsoft.com/office/drawing/2014/main" id="{046C926A-F9D8-4E75-B01B-47792B6D5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Line 97">
              <a:extLst>
                <a:ext uri="{FF2B5EF4-FFF2-40B4-BE49-F238E27FC236}">
                  <a16:creationId xmlns:a16="http://schemas.microsoft.com/office/drawing/2014/main" id="{661496DC-77E4-42CD-A7D8-4E36BACD87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Line 98">
              <a:extLst>
                <a:ext uri="{FF2B5EF4-FFF2-40B4-BE49-F238E27FC236}">
                  <a16:creationId xmlns:a16="http://schemas.microsoft.com/office/drawing/2014/main" id="{D9A9091D-18CB-4606-8533-8A552E4C5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Line 99">
              <a:extLst>
                <a:ext uri="{FF2B5EF4-FFF2-40B4-BE49-F238E27FC236}">
                  <a16:creationId xmlns:a16="http://schemas.microsoft.com/office/drawing/2014/main" id="{AC58EE65-8E05-4D49-86AF-481F6AC50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727" name="Line 100">
            <a:extLst>
              <a:ext uri="{FF2B5EF4-FFF2-40B4-BE49-F238E27FC236}">
                <a16:creationId xmlns:a16="http://schemas.microsoft.com/office/drawing/2014/main" id="{6B8ECED4-13DE-48B0-BDB6-8404959E6B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572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1B2812F7-66E9-476E-B512-97D29D29B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057400"/>
            <a:ext cx="9144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8217" name="Group 41">
            <a:extLst>
              <a:ext uri="{FF2B5EF4-FFF2-40B4-BE49-F238E27FC236}">
                <a16:creationId xmlns:a16="http://schemas.microsoft.com/office/drawing/2014/main" id="{FC73093E-BAEE-48C4-B0DE-37BD9C42F0F4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5558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693" name="Rectangle 3">
            <a:extLst>
              <a:ext uri="{FF2B5EF4-FFF2-40B4-BE49-F238E27FC236}">
                <a16:creationId xmlns:a16="http://schemas.microsoft.com/office/drawing/2014/main" id="{3998377A-1922-4146-8CEE-B26BEB014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41300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sp>
        <p:nvSpPr>
          <p:cNvPr id="28694" name="Content Placeholder 1">
            <a:extLst>
              <a:ext uri="{FF2B5EF4-FFF2-40B4-BE49-F238E27FC236}">
                <a16:creationId xmlns:a16="http://schemas.microsoft.com/office/drawing/2014/main" id="{2FCC0926-3945-4203-8378-E907E9C260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78180" name="Group 4">
            <a:extLst>
              <a:ext uri="{FF2B5EF4-FFF2-40B4-BE49-F238E27FC236}">
                <a16:creationId xmlns:a16="http://schemas.microsoft.com/office/drawing/2014/main" id="{B7E6671B-1CD2-4350-B505-71556B90B53C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8192" name="Group 16">
            <a:extLst>
              <a:ext uri="{FF2B5EF4-FFF2-40B4-BE49-F238E27FC236}">
                <a16:creationId xmlns:a16="http://schemas.microsoft.com/office/drawing/2014/main" id="{E811C171-1BAA-492C-BB77-60BA31003F5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8204" name="Group 28">
            <a:extLst>
              <a:ext uri="{FF2B5EF4-FFF2-40B4-BE49-F238E27FC236}">
                <a16:creationId xmlns:a16="http://schemas.microsoft.com/office/drawing/2014/main" id="{200E1397-CB12-4D3A-AC8A-3914F6C5E3E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31" name="Rectangle 40">
            <a:extLst>
              <a:ext uri="{FF2B5EF4-FFF2-40B4-BE49-F238E27FC236}">
                <a16:creationId xmlns:a16="http://schemas.microsoft.com/office/drawing/2014/main" id="{26570C04-6B70-46F8-9D01-39C2C9956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8235" name="Group 59">
            <a:extLst>
              <a:ext uri="{FF2B5EF4-FFF2-40B4-BE49-F238E27FC236}">
                <a16:creationId xmlns:a16="http://schemas.microsoft.com/office/drawing/2014/main" id="{05418890-D11F-4ACF-8DCE-0ECFDA3CC8A7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8748" name="Group 75">
            <a:extLst>
              <a:ext uri="{FF2B5EF4-FFF2-40B4-BE49-F238E27FC236}">
                <a16:creationId xmlns:a16="http://schemas.microsoft.com/office/drawing/2014/main" id="{BB4A0868-5471-463E-B976-DA9ED39B22C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8775" name="Line 76">
              <a:extLst>
                <a:ext uri="{FF2B5EF4-FFF2-40B4-BE49-F238E27FC236}">
                  <a16:creationId xmlns:a16="http://schemas.microsoft.com/office/drawing/2014/main" id="{0FDD2354-B473-4494-BC49-02AFEE572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6" name="Line 77">
              <a:extLst>
                <a:ext uri="{FF2B5EF4-FFF2-40B4-BE49-F238E27FC236}">
                  <a16:creationId xmlns:a16="http://schemas.microsoft.com/office/drawing/2014/main" id="{E0747990-6B1C-4B1A-AD72-F0EEB285F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7" name="Line 78">
              <a:extLst>
                <a:ext uri="{FF2B5EF4-FFF2-40B4-BE49-F238E27FC236}">
                  <a16:creationId xmlns:a16="http://schemas.microsoft.com/office/drawing/2014/main" id="{C6D4F96C-18B0-4E38-BB87-489A6540B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49" name="Group 79">
            <a:extLst>
              <a:ext uri="{FF2B5EF4-FFF2-40B4-BE49-F238E27FC236}">
                <a16:creationId xmlns:a16="http://schemas.microsoft.com/office/drawing/2014/main" id="{DF7A6CA5-D1E6-4CCA-8764-D6104CA88BC1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8771" name="Line 80">
              <a:extLst>
                <a:ext uri="{FF2B5EF4-FFF2-40B4-BE49-F238E27FC236}">
                  <a16:creationId xmlns:a16="http://schemas.microsoft.com/office/drawing/2014/main" id="{BFB8D9F6-466A-4994-8304-ED8FF7C94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2" name="Line 81">
              <a:extLst>
                <a:ext uri="{FF2B5EF4-FFF2-40B4-BE49-F238E27FC236}">
                  <a16:creationId xmlns:a16="http://schemas.microsoft.com/office/drawing/2014/main" id="{D3080997-FF93-4038-A217-BCC417AA73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3" name="Line 82">
              <a:extLst>
                <a:ext uri="{FF2B5EF4-FFF2-40B4-BE49-F238E27FC236}">
                  <a16:creationId xmlns:a16="http://schemas.microsoft.com/office/drawing/2014/main" id="{9D5BE349-5658-4A19-B17E-D02B3BC61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4" name="Line 83">
              <a:extLst>
                <a:ext uri="{FF2B5EF4-FFF2-40B4-BE49-F238E27FC236}">
                  <a16:creationId xmlns:a16="http://schemas.microsoft.com/office/drawing/2014/main" id="{6339B261-383D-4663-A95F-995BEBC8B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50" name="Group 84">
            <a:extLst>
              <a:ext uri="{FF2B5EF4-FFF2-40B4-BE49-F238E27FC236}">
                <a16:creationId xmlns:a16="http://schemas.microsoft.com/office/drawing/2014/main" id="{7BB4C20E-3D33-4518-B26F-E37F585AF00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8767" name="Line 85">
              <a:extLst>
                <a:ext uri="{FF2B5EF4-FFF2-40B4-BE49-F238E27FC236}">
                  <a16:creationId xmlns:a16="http://schemas.microsoft.com/office/drawing/2014/main" id="{AEE1EA42-74A4-4493-9952-A283F6AE2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8" name="Line 86">
              <a:extLst>
                <a:ext uri="{FF2B5EF4-FFF2-40B4-BE49-F238E27FC236}">
                  <a16:creationId xmlns:a16="http://schemas.microsoft.com/office/drawing/2014/main" id="{AEF619CA-C6A9-41EF-98D1-7E365D48E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Line 87">
              <a:extLst>
                <a:ext uri="{FF2B5EF4-FFF2-40B4-BE49-F238E27FC236}">
                  <a16:creationId xmlns:a16="http://schemas.microsoft.com/office/drawing/2014/main" id="{A7C0D4A8-B964-4A15-B2F8-D7A26C48E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70" name="Line 88">
              <a:extLst>
                <a:ext uri="{FF2B5EF4-FFF2-40B4-BE49-F238E27FC236}">
                  <a16:creationId xmlns:a16="http://schemas.microsoft.com/office/drawing/2014/main" id="{69F9FB99-37AA-4BF3-A82A-E92DBE5B1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51" name="Group 89">
            <a:extLst>
              <a:ext uri="{FF2B5EF4-FFF2-40B4-BE49-F238E27FC236}">
                <a16:creationId xmlns:a16="http://schemas.microsoft.com/office/drawing/2014/main" id="{9FBF6EEF-E19B-4B0A-8D88-DB6FC7CB96EC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8761" name="Text Box 90">
              <a:extLst>
                <a:ext uri="{FF2B5EF4-FFF2-40B4-BE49-F238E27FC236}">
                  <a16:creationId xmlns:a16="http://schemas.microsoft.com/office/drawing/2014/main" id="{D3C16492-6F4F-4B54-ABDE-F5123F89F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8762" name="Text Box 91">
              <a:extLst>
                <a:ext uri="{FF2B5EF4-FFF2-40B4-BE49-F238E27FC236}">
                  <a16:creationId xmlns:a16="http://schemas.microsoft.com/office/drawing/2014/main" id="{2406AAAC-F48F-45EA-AB55-FD1F5DBF1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8763" name="Text Box 92">
              <a:extLst>
                <a:ext uri="{FF2B5EF4-FFF2-40B4-BE49-F238E27FC236}">
                  <a16:creationId xmlns:a16="http://schemas.microsoft.com/office/drawing/2014/main" id="{385B92B5-EDF8-4194-9F93-05A6ADFD8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8764" name="Text Box 93">
              <a:extLst>
                <a:ext uri="{FF2B5EF4-FFF2-40B4-BE49-F238E27FC236}">
                  <a16:creationId xmlns:a16="http://schemas.microsoft.com/office/drawing/2014/main" id="{F5B5B908-D13F-4432-B9A8-6041A6966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8765" name="Text Box 94">
              <a:extLst>
                <a:ext uri="{FF2B5EF4-FFF2-40B4-BE49-F238E27FC236}">
                  <a16:creationId xmlns:a16="http://schemas.microsoft.com/office/drawing/2014/main" id="{CD58700E-5EC7-4F4A-B0FA-2E521B78C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8766" name="Text Box 95">
              <a:extLst>
                <a:ext uri="{FF2B5EF4-FFF2-40B4-BE49-F238E27FC236}">
                  <a16:creationId xmlns:a16="http://schemas.microsoft.com/office/drawing/2014/main" id="{4E02070B-8D95-4645-B972-8B5D471C4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96">
            <a:extLst>
              <a:ext uri="{FF2B5EF4-FFF2-40B4-BE49-F238E27FC236}">
                <a16:creationId xmlns:a16="http://schemas.microsoft.com/office/drawing/2014/main" id="{7C38A7FC-0021-4497-8659-8BE1FA7D943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133600"/>
            <a:ext cx="4038600" cy="990600"/>
            <a:chOff x="1680" y="1344"/>
            <a:chExt cx="2544" cy="624"/>
          </a:xfrm>
        </p:grpSpPr>
        <p:sp>
          <p:nvSpPr>
            <p:cNvPr id="28759" name="AutoShape 97">
              <a:extLst>
                <a:ext uri="{FF2B5EF4-FFF2-40B4-BE49-F238E27FC236}">
                  <a16:creationId xmlns:a16="http://schemas.microsoft.com/office/drawing/2014/main" id="{D3181BE0-374F-4334-A5DB-2D5A5B847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824"/>
              <a:ext cx="288" cy="144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8760" name="AutoShape 98">
              <a:extLst>
                <a:ext uri="{FF2B5EF4-FFF2-40B4-BE49-F238E27FC236}">
                  <a16:creationId xmlns:a16="http://schemas.microsoft.com/office/drawing/2014/main" id="{A0DC820D-3F45-4576-9A8B-3FA13E439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344"/>
              <a:ext cx="384" cy="192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28753" name="Group 99">
            <a:extLst>
              <a:ext uri="{FF2B5EF4-FFF2-40B4-BE49-F238E27FC236}">
                <a16:creationId xmlns:a16="http://schemas.microsoft.com/office/drawing/2014/main" id="{C6E90829-4A62-4AFE-9672-4F5DA52AE50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8755" name="Line 100">
              <a:extLst>
                <a:ext uri="{FF2B5EF4-FFF2-40B4-BE49-F238E27FC236}">
                  <a16:creationId xmlns:a16="http://schemas.microsoft.com/office/drawing/2014/main" id="{D21D9F11-FCC9-47DB-9461-545C505F4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101">
              <a:extLst>
                <a:ext uri="{FF2B5EF4-FFF2-40B4-BE49-F238E27FC236}">
                  <a16:creationId xmlns:a16="http://schemas.microsoft.com/office/drawing/2014/main" id="{208C4806-15EB-4279-9676-B82BCA0A5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102">
              <a:extLst>
                <a:ext uri="{FF2B5EF4-FFF2-40B4-BE49-F238E27FC236}">
                  <a16:creationId xmlns:a16="http://schemas.microsoft.com/office/drawing/2014/main" id="{F71849FF-B004-499D-AA7A-453834C82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103">
              <a:extLst>
                <a:ext uri="{FF2B5EF4-FFF2-40B4-BE49-F238E27FC236}">
                  <a16:creationId xmlns:a16="http://schemas.microsoft.com/office/drawing/2014/main" id="{1D421320-29F0-4155-99B6-CF3EDD75D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754" name="Line 104">
            <a:extLst>
              <a:ext uri="{FF2B5EF4-FFF2-40B4-BE49-F238E27FC236}">
                <a16:creationId xmlns:a16="http://schemas.microsoft.com/office/drawing/2014/main" id="{7837C4C5-E9EB-4749-B88D-A6B3540434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6482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>
            <a:extLst>
              <a:ext uri="{FF2B5EF4-FFF2-40B4-BE49-F238E27FC236}">
                <a16:creationId xmlns:a16="http://schemas.microsoft.com/office/drawing/2014/main" id="{7A670271-90FB-4B38-B1B8-0CEEA33A6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057400"/>
            <a:ext cx="9144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9242" name="Group 42">
            <a:extLst>
              <a:ext uri="{FF2B5EF4-FFF2-40B4-BE49-F238E27FC236}">
                <a16:creationId xmlns:a16="http://schemas.microsoft.com/office/drawing/2014/main" id="{8F5BFE2E-9488-43A9-888E-258AAC6BE4CF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20662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a[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9202" name="Rectangle 2">
            <a:extLst>
              <a:ext uri="{FF2B5EF4-FFF2-40B4-BE49-F238E27FC236}">
                <a16:creationId xmlns:a16="http://schemas.microsoft.com/office/drawing/2014/main" id="{40740C99-30F7-48B7-A2B2-79797FDCE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79217" name="Group 17">
            <a:extLst>
              <a:ext uri="{FF2B5EF4-FFF2-40B4-BE49-F238E27FC236}">
                <a16:creationId xmlns:a16="http://schemas.microsoft.com/office/drawing/2014/main" id="{F79BD151-41A3-46B5-957A-160F4F90003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28" name="Rectangle 4">
            <a:extLst>
              <a:ext uri="{FF2B5EF4-FFF2-40B4-BE49-F238E27FC236}">
                <a16:creationId xmlns:a16="http://schemas.microsoft.com/office/drawing/2014/main" id="{A0A71863-317E-40D3-900F-4C9AC2367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650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graphicFrame>
        <p:nvGraphicFramePr>
          <p:cNvPr id="179205" name="Group 5">
            <a:extLst>
              <a:ext uri="{FF2B5EF4-FFF2-40B4-BE49-F238E27FC236}">
                <a16:creationId xmlns:a16="http://schemas.microsoft.com/office/drawing/2014/main" id="{36BB3602-1F43-4E2E-ADFD-0C3A76A54B1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9229" name="Group 29">
            <a:extLst>
              <a:ext uri="{FF2B5EF4-FFF2-40B4-BE49-F238E27FC236}">
                <a16:creationId xmlns:a16="http://schemas.microsoft.com/office/drawing/2014/main" id="{C1C5D464-B14E-4CEA-B70D-27D8CAEF588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53" name="Rectangle 41">
            <a:extLst>
              <a:ext uri="{FF2B5EF4-FFF2-40B4-BE49-F238E27FC236}">
                <a16:creationId xmlns:a16="http://schemas.microsoft.com/office/drawing/2014/main" id="{15B1063B-5374-497A-8810-5F81299E7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79258" name="Group 58">
            <a:extLst>
              <a:ext uri="{FF2B5EF4-FFF2-40B4-BE49-F238E27FC236}">
                <a16:creationId xmlns:a16="http://schemas.microsoft.com/office/drawing/2014/main" id="{18B76F37-043F-48F9-95AF-C3095182901B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9770" name="Group 74">
            <a:extLst>
              <a:ext uri="{FF2B5EF4-FFF2-40B4-BE49-F238E27FC236}">
                <a16:creationId xmlns:a16="http://schemas.microsoft.com/office/drawing/2014/main" id="{EFB0796B-6020-4063-866C-D0F5E50CF5CA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29794" name="Line 75">
              <a:extLst>
                <a:ext uri="{FF2B5EF4-FFF2-40B4-BE49-F238E27FC236}">
                  <a16:creationId xmlns:a16="http://schemas.microsoft.com/office/drawing/2014/main" id="{58D9B13D-E87B-4F14-B0F7-62B26F59A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Line 76">
              <a:extLst>
                <a:ext uri="{FF2B5EF4-FFF2-40B4-BE49-F238E27FC236}">
                  <a16:creationId xmlns:a16="http://schemas.microsoft.com/office/drawing/2014/main" id="{615D8D85-DE2B-46DE-AA10-AA90B3616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6" name="Line 77">
              <a:extLst>
                <a:ext uri="{FF2B5EF4-FFF2-40B4-BE49-F238E27FC236}">
                  <a16:creationId xmlns:a16="http://schemas.microsoft.com/office/drawing/2014/main" id="{462A0D2D-904C-4420-ACE7-C374A8B81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71" name="Group 78">
            <a:extLst>
              <a:ext uri="{FF2B5EF4-FFF2-40B4-BE49-F238E27FC236}">
                <a16:creationId xmlns:a16="http://schemas.microsoft.com/office/drawing/2014/main" id="{C741F69C-8239-40EA-B9B0-A94CEE50B94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29790" name="Line 79">
              <a:extLst>
                <a:ext uri="{FF2B5EF4-FFF2-40B4-BE49-F238E27FC236}">
                  <a16:creationId xmlns:a16="http://schemas.microsoft.com/office/drawing/2014/main" id="{E538B12F-D620-4B82-9144-CD8D7B3B0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1" name="Line 80">
              <a:extLst>
                <a:ext uri="{FF2B5EF4-FFF2-40B4-BE49-F238E27FC236}">
                  <a16:creationId xmlns:a16="http://schemas.microsoft.com/office/drawing/2014/main" id="{66F0E718-88A1-4873-ABB5-FEFF58772E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2" name="Line 81">
              <a:extLst>
                <a:ext uri="{FF2B5EF4-FFF2-40B4-BE49-F238E27FC236}">
                  <a16:creationId xmlns:a16="http://schemas.microsoft.com/office/drawing/2014/main" id="{460526BC-2F6B-4494-BE9F-21FCC4814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93" name="Line 82">
              <a:extLst>
                <a:ext uri="{FF2B5EF4-FFF2-40B4-BE49-F238E27FC236}">
                  <a16:creationId xmlns:a16="http://schemas.microsoft.com/office/drawing/2014/main" id="{F9E95FC5-B994-459B-9527-830D58119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72" name="Group 83">
            <a:extLst>
              <a:ext uri="{FF2B5EF4-FFF2-40B4-BE49-F238E27FC236}">
                <a16:creationId xmlns:a16="http://schemas.microsoft.com/office/drawing/2014/main" id="{44D8CC0D-A61B-4719-B5E2-85889664AF1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29786" name="Line 84">
              <a:extLst>
                <a:ext uri="{FF2B5EF4-FFF2-40B4-BE49-F238E27FC236}">
                  <a16:creationId xmlns:a16="http://schemas.microsoft.com/office/drawing/2014/main" id="{1464648D-86A6-4513-B3DF-A37F7C26D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Line 85">
              <a:extLst>
                <a:ext uri="{FF2B5EF4-FFF2-40B4-BE49-F238E27FC236}">
                  <a16:creationId xmlns:a16="http://schemas.microsoft.com/office/drawing/2014/main" id="{11B3E3A3-3043-4A9E-9B02-EAE0E2E62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8" name="Line 86">
              <a:extLst>
                <a:ext uri="{FF2B5EF4-FFF2-40B4-BE49-F238E27FC236}">
                  <a16:creationId xmlns:a16="http://schemas.microsoft.com/office/drawing/2014/main" id="{B8BB14FE-6D07-4588-9902-03CDC3BC7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89" name="Line 87">
              <a:extLst>
                <a:ext uri="{FF2B5EF4-FFF2-40B4-BE49-F238E27FC236}">
                  <a16:creationId xmlns:a16="http://schemas.microsoft.com/office/drawing/2014/main" id="{C0815C15-FB59-432A-8C63-A6FDF9248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73" name="Group 88">
            <a:extLst>
              <a:ext uri="{FF2B5EF4-FFF2-40B4-BE49-F238E27FC236}">
                <a16:creationId xmlns:a16="http://schemas.microsoft.com/office/drawing/2014/main" id="{D9E041B3-725A-4B02-925F-C87CFCDDF0AC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29780" name="Text Box 89">
              <a:extLst>
                <a:ext uri="{FF2B5EF4-FFF2-40B4-BE49-F238E27FC236}">
                  <a16:creationId xmlns:a16="http://schemas.microsoft.com/office/drawing/2014/main" id="{01018D1E-867B-453A-A0DA-FE4722C3C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9781" name="Text Box 90">
              <a:extLst>
                <a:ext uri="{FF2B5EF4-FFF2-40B4-BE49-F238E27FC236}">
                  <a16:creationId xmlns:a16="http://schemas.microsoft.com/office/drawing/2014/main" id="{0D19A7B5-02BB-4EC7-9097-E5B9769A6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9782" name="Text Box 91">
              <a:extLst>
                <a:ext uri="{FF2B5EF4-FFF2-40B4-BE49-F238E27FC236}">
                  <a16:creationId xmlns:a16="http://schemas.microsoft.com/office/drawing/2014/main" id="{CB11F49F-886A-45CE-AF17-C46871B4B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9783" name="Text Box 92">
              <a:extLst>
                <a:ext uri="{FF2B5EF4-FFF2-40B4-BE49-F238E27FC236}">
                  <a16:creationId xmlns:a16="http://schemas.microsoft.com/office/drawing/2014/main" id="{3A6B3CD9-689B-4599-A35A-7AD9F1977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9784" name="Text Box 93">
              <a:extLst>
                <a:ext uri="{FF2B5EF4-FFF2-40B4-BE49-F238E27FC236}">
                  <a16:creationId xmlns:a16="http://schemas.microsoft.com/office/drawing/2014/main" id="{64C345A8-861D-458C-8516-845B122E4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9785" name="Text Box 94">
              <a:extLst>
                <a:ext uri="{FF2B5EF4-FFF2-40B4-BE49-F238E27FC236}">
                  <a16:creationId xmlns:a16="http://schemas.microsoft.com/office/drawing/2014/main" id="{5A4F6E21-EB6B-445F-BB7A-808ADEBA1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774" name="Group 95">
            <a:extLst>
              <a:ext uri="{FF2B5EF4-FFF2-40B4-BE49-F238E27FC236}">
                <a16:creationId xmlns:a16="http://schemas.microsoft.com/office/drawing/2014/main" id="{4ADBF39E-CD4C-4A7C-AFF6-ADD26BCAB46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29776" name="Line 96">
              <a:extLst>
                <a:ext uri="{FF2B5EF4-FFF2-40B4-BE49-F238E27FC236}">
                  <a16:creationId xmlns:a16="http://schemas.microsoft.com/office/drawing/2014/main" id="{2E9B5172-7B8C-4C0E-A81E-5DE1143A8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Line 97">
              <a:extLst>
                <a:ext uri="{FF2B5EF4-FFF2-40B4-BE49-F238E27FC236}">
                  <a16:creationId xmlns:a16="http://schemas.microsoft.com/office/drawing/2014/main" id="{40B3C65B-808C-434F-964C-E1629F313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Line 98">
              <a:extLst>
                <a:ext uri="{FF2B5EF4-FFF2-40B4-BE49-F238E27FC236}">
                  <a16:creationId xmlns:a16="http://schemas.microsoft.com/office/drawing/2014/main" id="{6B98F0F6-D5E2-40B1-9333-E686364D1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Line 99">
              <a:extLst>
                <a:ext uri="{FF2B5EF4-FFF2-40B4-BE49-F238E27FC236}">
                  <a16:creationId xmlns:a16="http://schemas.microsoft.com/office/drawing/2014/main" id="{A1B53521-108A-4B83-9016-4713D4E01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75" name="Line 100">
            <a:extLst>
              <a:ext uri="{FF2B5EF4-FFF2-40B4-BE49-F238E27FC236}">
                <a16:creationId xmlns:a16="http://schemas.microsoft.com/office/drawing/2014/main" id="{67D89F13-4789-4732-B140-CAE555AC68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2672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animBg="1"/>
      <p:bldP spid="17920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>
            <a:extLst>
              <a:ext uri="{FF2B5EF4-FFF2-40B4-BE49-F238E27FC236}">
                <a16:creationId xmlns:a16="http://schemas.microsoft.com/office/drawing/2014/main" id="{08C1D44E-7B16-4B25-9ED3-0D3A3D9C7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057400"/>
            <a:ext cx="9144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A524CCB1-DC62-4551-B09F-BF4D0CF6C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9144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0268" name="Group 44">
            <a:extLst>
              <a:ext uri="{FF2B5EF4-FFF2-40B4-BE49-F238E27FC236}">
                <a16:creationId xmlns:a16="http://schemas.microsoft.com/office/drawing/2014/main" id="{DE3AEC0C-4DE1-44D2-98D9-0AE0E93976F2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14400" cy="220662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0227" name="Rectangle 3">
            <a:extLst>
              <a:ext uri="{FF2B5EF4-FFF2-40B4-BE49-F238E27FC236}">
                <a16:creationId xmlns:a16="http://schemas.microsoft.com/office/drawing/2014/main" id="{23BF0D20-B492-42BE-803C-00A447CE2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95800"/>
            <a:ext cx="2057400" cy="304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0255" name="Group 31">
            <a:extLst>
              <a:ext uri="{FF2B5EF4-FFF2-40B4-BE49-F238E27FC236}">
                <a16:creationId xmlns:a16="http://schemas.microsoft.com/office/drawing/2014/main" id="{3AB1F6AA-1160-4A60-AF45-BC7C756F29E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53" name="Rectangle 4">
            <a:extLst>
              <a:ext uri="{FF2B5EF4-FFF2-40B4-BE49-F238E27FC236}">
                <a16:creationId xmlns:a16="http://schemas.microsoft.com/office/drawing/2014/main" id="{92034AE4-98B8-4112-869B-B95EABE02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0754" name="Rectangle 6">
            <a:extLst>
              <a:ext uri="{FF2B5EF4-FFF2-40B4-BE49-F238E27FC236}">
                <a16:creationId xmlns:a16="http://schemas.microsoft.com/office/drawing/2014/main" id="{980466DD-ED54-45F3-AEDB-DA1E8C6F1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graphicFrame>
        <p:nvGraphicFramePr>
          <p:cNvPr id="180231" name="Group 7">
            <a:extLst>
              <a:ext uri="{FF2B5EF4-FFF2-40B4-BE49-F238E27FC236}">
                <a16:creationId xmlns:a16="http://schemas.microsoft.com/office/drawing/2014/main" id="{2680AB25-880F-49E0-A602-477B0B413B9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0243" name="Group 19">
            <a:extLst>
              <a:ext uri="{FF2B5EF4-FFF2-40B4-BE49-F238E27FC236}">
                <a16:creationId xmlns:a16="http://schemas.microsoft.com/office/drawing/2014/main" id="{46111CA4-43F1-4718-93C0-468353D291AC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79" name="Rectangle 43">
            <a:extLst>
              <a:ext uri="{FF2B5EF4-FFF2-40B4-BE49-F238E27FC236}">
                <a16:creationId xmlns:a16="http://schemas.microsoft.com/office/drawing/2014/main" id="{F5F2581A-DCD7-4419-A40C-BD9591267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0284" name="Group 60">
            <a:extLst>
              <a:ext uri="{FF2B5EF4-FFF2-40B4-BE49-F238E27FC236}">
                <a16:creationId xmlns:a16="http://schemas.microsoft.com/office/drawing/2014/main" id="{DF87AAEC-D904-4BC9-8DE8-8D67D0B43CE4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0796" name="Group 76">
            <a:extLst>
              <a:ext uri="{FF2B5EF4-FFF2-40B4-BE49-F238E27FC236}">
                <a16:creationId xmlns:a16="http://schemas.microsoft.com/office/drawing/2014/main" id="{1D787DD0-FC9D-4EAA-9858-1D0E39DF1AE9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0823" name="Line 77">
              <a:extLst>
                <a:ext uri="{FF2B5EF4-FFF2-40B4-BE49-F238E27FC236}">
                  <a16:creationId xmlns:a16="http://schemas.microsoft.com/office/drawing/2014/main" id="{8F8FE932-51E1-40AF-A6B7-B99B36A2D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4" name="Line 78">
              <a:extLst>
                <a:ext uri="{FF2B5EF4-FFF2-40B4-BE49-F238E27FC236}">
                  <a16:creationId xmlns:a16="http://schemas.microsoft.com/office/drawing/2014/main" id="{E058A3A6-018E-4C01-A6A0-175ECBCA8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5" name="Line 79">
              <a:extLst>
                <a:ext uri="{FF2B5EF4-FFF2-40B4-BE49-F238E27FC236}">
                  <a16:creationId xmlns:a16="http://schemas.microsoft.com/office/drawing/2014/main" id="{77DCC7D9-D9F8-4ECE-8A21-43A3E4F29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97" name="Group 80">
            <a:extLst>
              <a:ext uri="{FF2B5EF4-FFF2-40B4-BE49-F238E27FC236}">
                <a16:creationId xmlns:a16="http://schemas.microsoft.com/office/drawing/2014/main" id="{F9B5D84D-C538-456A-AA48-B9601128EE1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0819" name="Line 81">
              <a:extLst>
                <a:ext uri="{FF2B5EF4-FFF2-40B4-BE49-F238E27FC236}">
                  <a16:creationId xmlns:a16="http://schemas.microsoft.com/office/drawing/2014/main" id="{A24C2EC7-5F9E-4EAA-9394-E01E459F2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0" name="Line 82">
              <a:extLst>
                <a:ext uri="{FF2B5EF4-FFF2-40B4-BE49-F238E27FC236}">
                  <a16:creationId xmlns:a16="http://schemas.microsoft.com/office/drawing/2014/main" id="{6A54C125-4814-4D07-B634-E8E823623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1" name="Line 83">
              <a:extLst>
                <a:ext uri="{FF2B5EF4-FFF2-40B4-BE49-F238E27FC236}">
                  <a16:creationId xmlns:a16="http://schemas.microsoft.com/office/drawing/2014/main" id="{FBF78425-0593-4A66-8D27-4E4F59DEC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2" name="Line 84">
              <a:extLst>
                <a:ext uri="{FF2B5EF4-FFF2-40B4-BE49-F238E27FC236}">
                  <a16:creationId xmlns:a16="http://schemas.microsoft.com/office/drawing/2014/main" id="{86D61748-43B2-46B1-8096-A63C5F78B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98" name="Group 85">
            <a:extLst>
              <a:ext uri="{FF2B5EF4-FFF2-40B4-BE49-F238E27FC236}">
                <a16:creationId xmlns:a16="http://schemas.microsoft.com/office/drawing/2014/main" id="{42C47538-74AA-446B-9E0E-399E353725D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0815" name="Line 86">
              <a:extLst>
                <a:ext uri="{FF2B5EF4-FFF2-40B4-BE49-F238E27FC236}">
                  <a16:creationId xmlns:a16="http://schemas.microsoft.com/office/drawing/2014/main" id="{9F49FD11-254A-4F56-8AE2-CEF260A7C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6" name="Line 87">
              <a:extLst>
                <a:ext uri="{FF2B5EF4-FFF2-40B4-BE49-F238E27FC236}">
                  <a16:creationId xmlns:a16="http://schemas.microsoft.com/office/drawing/2014/main" id="{9EC4631A-B7BB-4F0E-A51F-899F52C4E9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7" name="Line 88">
              <a:extLst>
                <a:ext uri="{FF2B5EF4-FFF2-40B4-BE49-F238E27FC236}">
                  <a16:creationId xmlns:a16="http://schemas.microsoft.com/office/drawing/2014/main" id="{110032D6-634E-4D12-A6DF-8DBC8198E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8" name="Line 89">
              <a:extLst>
                <a:ext uri="{FF2B5EF4-FFF2-40B4-BE49-F238E27FC236}">
                  <a16:creationId xmlns:a16="http://schemas.microsoft.com/office/drawing/2014/main" id="{8D106A39-6386-4117-B016-3179E36EE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99" name="Group 90">
            <a:extLst>
              <a:ext uri="{FF2B5EF4-FFF2-40B4-BE49-F238E27FC236}">
                <a16:creationId xmlns:a16="http://schemas.microsoft.com/office/drawing/2014/main" id="{21D520D7-2BA4-4975-A735-95533C6DF70D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0809" name="Text Box 91">
              <a:extLst>
                <a:ext uri="{FF2B5EF4-FFF2-40B4-BE49-F238E27FC236}">
                  <a16:creationId xmlns:a16="http://schemas.microsoft.com/office/drawing/2014/main" id="{820F9E76-DFE8-43FA-94B0-05C59787A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0810" name="Text Box 92">
              <a:extLst>
                <a:ext uri="{FF2B5EF4-FFF2-40B4-BE49-F238E27FC236}">
                  <a16:creationId xmlns:a16="http://schemas.microsoft.com/office/drawing/2014/main" id="{D23A83E0-9785-416D-B17C-57579D76F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0811" name="Text Box 93">
              <a:extLst>
                <a:ext uri="{FF2B5EF4-FFF2-40B4-BE49-F238E27FC236}">
                  <a16:creationId xmlns:a16="http://schemas.microsoft.com/office/drawing/2014/main" id="{EA53F4FF-DC53-458B-9BBE-ED290D185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0812" name="Text Box 94">
              <a:extLst>
                <a:ext uri="{FF2B5EF4-FFF2-40B4-BE49-F238E27FC236}">
                  <a16:creationId xmlns:a16="http://schemas.microsoft.com/office/drawing/2014/main" id="{AC2B944B-3B10-476C-B7C6-C4118F8E7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0813" name="Text Box 95">
              <a:extLst>
                <a:ext uri="{FF2B5EF4-FFF2-40B4-BE49-F238E27FC236}">
                  <a16:creationId xmlns:a16="http://schemas.microsoft.com/office/drawing/2014/main" id="{DA08F83F-D59A-48DB-9830-3017391AC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0814" name="Text Box 96">
              <a:extLst>
                <a:ext uri="{FF2B5EF4-FFF2-40B4-BE49-F238E27FC236}">
                  <a16:creationId xmlns:a16="http://schemas.microsoft.com/office/drawing/2014/main" id="{C1E7B824-5F32-4590-ADF7-4F42A2392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97">
            <a:extLst>
              <a:ext uri="{FF2B5EF4-FFF2-40B4-BE49-F238E27FC236}">
                <a16:creationId xmlns:a16="http://schemas.microsoft.com/office/drawing/2014/main" id="{38ABFBFF-B9A6-4664-B942-6CE627954BB2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514600"/>
            <a:ext cx="3810000" cy="2286000"/>
            <a:chOff x="1728" y="1584"/>
            <a:chExt cx="2400" cy="1440"/>
          </a:xfrm>
        </p:grpSpPr>
        <p:sp>
          <p:nvSpPr>
            <p:cNvPr id="30807" name="AutoShape 98">
              <a:extLst>
                <a:ext uri="{FF2B5EF4-FFF2-40B4-BE49-F238E27FC236}">
                  <a16:creationId xmlns:a16="http://schemas.microsoft.com/office/drawing/2014/main" id="{E5009060-F06A-4161-9DAC-1C7C9E010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80"/>
              <a:ext cx="336" cy="144"/>
            </a:xfrm>
            <a:prstGeom prst="leftArrow">
              <a:avLst>
                <a:gd name="adj1" fmla="val 50000"/>
                <a:gd name="adj2" fmla="val 58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0808" name="AutoShape 99">
              <a:extLst>
                <a:ext uri="{FF2B5EF4-FFF2-40B4-BE49-F238E27FC236}">
                  <a16:creationId xmlns:a16="http://schemas.microsoft.com/office/drawing/2014/main" id="{008C2644-E311-4291-B8C0-7B107FCE3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584"/>
              <a:ext cx="288" cy="144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30801" name="Group 100">
            <a:extLst>
              <a:ext uri="{FF2B5EF4-FFF2-40B4-BE49-F238E27FC236}">
                <a16:creationId xmlns:a16="http://schemas.microsoft.com/office/drawing/2014/main" id="{18FE51D9-983E-417D-A9F9-F4627136E4F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0803" name="Line 101">
              <a:extLst>
                <a:ext uri="{FF2B5EF4-FFF2-40B4-BE49-F238E27FC236}">
                  <a16:creationId xmlns:a16="http://schemas.microsoft.com/office/drawing/2014/main" id="{ADF5CCD1-2EF8-456C-A48F-0711275F53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4" name="Line 102">
              <a:extLst>
                <a:ext uri="{FF2B5EF4-FFF2-40B4-BE49-F238E27FC236}">
                  <a16:creationId xmlns:a16="http://schemas.microsoft.com/office/drawing/2014/main" id="{9ED3A7E2-C264-4524-BA6B-35C866E6A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5" name="Line 103">
              <a:extLst>
                <a:ext uri="{FF2B5EF4-FFF2-40B4-BE49-F238E27FC236}">
                  <a16:creationId xmlns:a16="http://schemas.microsoft.com/office/drawing/2014/main" id="{8B696BF8-0947-4F44-A52A-4614AC0C0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6" name="Line 104">
              <a:extLst>
                <a:ext uri="{FF2B5EF4-FFF2-40B4-BE49-F238E27FC236}">
                  <a16:creationId xmlns:a16="http://schemas.microsoft.com/office/drawing/2014/main" id="{AEADEF57-1067-4047-AD43-7662E1192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802" name="Line 105">
            <a:extLst>
              <a:ext uri="{FF2B5EF4-FFF2-40B4-BE49-F238E27FC236}">
                <a16:creationId xmlns:a16="http://schemas.microsoft.com/office/drawing/2014/main" id="{96C18B50-D3E0-4E65-AF93-A816302506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42672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animBg="1"/>
      <p:bldP spid="1802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7D36867E-B8F6-429A-B522-23F1DA38C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9906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1291" name="Group 43">
            <a:extLst>
              <a:ext uri="{FF2B5EF4-FFF2-40B4-BE49-F238E27FC236}">
                <a16:creationId xmlns:a16="http://schemas.microsoft.com/office/drawing/2014/main" id="{834C257F-ED15-43EB-ACD7-3ECDAD4B6CF5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90600" cy="18415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251" name="Rectangle 3">
            <a:extLst>
              <a:ext uri="{FF2B5EF4-FFF2-40B4-BE49-F238E27FC236}">
                <a16:creationId xmlns:a16="http://schemas.microsoft.com/office/drawing/2014/main" id="{5099E32C-078C-4AE5-890F-7981E4358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2057400" cy="304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1278" name="Group 30">
            <a:extLst>
              <a:ext uri="{FF2B5EF4-FFF2-40B4-BE49-F238E27FC236}">
                <a16:creationId xmlns:a16="http://schemas.microsoft.com/office/drawing/2014/main" id="{C0B56789-67B9-42E2-9F3E-E7077194A5E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74" name="Rectangle 4">
            <a:extLst>
              <a:ext uri="{FF2B5EF4-FFF2-40B4-BE49-F238E27FC236}">
                <a16:creationId xmlns:a16="http://schemas.microsoft.com/office/drawing/2014/main" id="{C5965F66-1467-454A-82DC-CCE6F3E49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1775" name="Rectangle 5">
            <a:extLst>
              <a:ext uri="{FF2B5EF4-FFF2-40B4-BE49-F238E27FC236}">
                <a16:creationId xmlns:a16="http://schemas.microsoft.com/office/drawing/2014/main" id="{75166FBC-19AD-4EAE-A479-9C57A799A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04788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graphicFrame>
        <p:nvGraphicFramePr>
          <p:cNvPr id="181254" name="Group 6">
            <a:extLst>
              <a:ext uri="{FF2B5EF4-FFF2-40B4-BE49-F238E27FC236}">
                <a16:creationId xmlns:a16="http://schemas.microsoft.com/office/drawing/2014/main" id="{12291D2C-0852-4A59-ACF4-B4B392C8DA2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1266" name="Group 18">
            <a:extLst>
              <a:ext uri="{FF2B5EF4-FFF2-40B4-BE49-F238E27FC236}">
                <a16:creationId xmlns:a16="http://schemas.microsoft.com/office/drawing/2014/main" id="{0557209C-E9D3-41ED-B403-348679FF00A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800" name="Rectangle 42">
            <a:extLst>
              <a:ext uri="{FF2B5EF4-FFF2-40B4-BE49-F238E27FC236}">
                <a16:creationId xmlns:a16="http://schemas.microsoft.com/office/drawing/2014/main" id="{1749232F-F666-4DE0-9BCF-65CD6635E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1305" name="Group 57">
            <a:extLst>
              <a:ext uri="{FF2B5EF4-FFF2-40B4-BE49-F238E27FC236}">
                <a16:creationId xmlns:a16="http://schemas.microsoft.com/office/drawing/2014/main" id="{C84F6562-FC55-4F4C-936E-DDE651BD058E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1817" name="Group 73">
            <a:extLst>
              <a:ext uri="{FF2B5EF4-FFF2-40B4-BE49-F238E27FC236}">
                <a16:creationId xmlns:a16="http://schemas.microsoft.com/office/drawing/2014/main" id="{46CE57C4-BBC3-45C1-9AB2-76A3761709C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1841" name="Line 74">
              <a:extLst>
                <a:ext uri="{FF2B5EF4-FFF2-40B4-BE49-F238E27FC236}">
                  <a16:creationId xmlns:a16="http://schemas.microsoft.com/office/drawing/2014/main" id="{7BCA9A82-41BC-4144-9FEB-C40953FD4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2" name="Line 75">
              <a:extLst>
                <a:ext uri="{FF2B5EF4-FFF2-40B4-BE49-F238E27FC236}">
                  <a16:creationId xmlns:a16="http://schemas.microsoft.com/office/drawing/2014/main" id="{DB28F87D-45C8-4526-B6FC-A1CA7CA3B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3" name="Line 76">
              <a:extLst>
                <a:ext uri="{FF2B5EF4-FFF2-40B4-BE49-F238E27FC236}">
                  <a16:creationId xmlns:a16="http://schemas.microsoft.com/office/drawing/2014/main" id="{AE873593-EA35-4188-8807-5ADD6D4D9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8" name="Group 77">
            <a:extLst>
              <a:ext uri="{FF2B5EF4-FFF2-40B4-BE49-F238E27FC236}">
                <a16:creationId xmlns:a16="http://schemas.microsoft.com/office/drawing/2014/main" id="{88BB4E31-0648-4580-9217-C86466F9372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1837" name="Line 78">
              <a:extLst>
                <a:ext uri="{FF2B5EF4-FFF2-40B4-BE49-F238E27FC236}">
                  <a16:creationId xmlns:a16="http://schemas.microsoft.com/office/drawing/2014/main" id="{47DCDB33-B66D-4365-83AF-75E2AB72E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8" name="Line 79">
              <a:extLst>
                <a:ext uri="{FF2B5EF4-FFF2-40B4-BE49-F238E27FC236}">
                  <a16:creationId xmlns:a16="http://schemas.microsoft.com/office/drawing/2014/main" id="{38A3C724-6848-452A-8FD9-88D2ECD4B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9" name="Line 80">
              <a:extLst>
                <a:ext uri="{FF2B5EF4-FFF2-40B4-BE49-F238E27FC236}">
                  <a16:creationId xmlns:a16="http://schemas.microsoft.com/office/drawing/2014/main" id="{64A31F68-2842-4CB7-8227-AA6B5D271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0" name="Line 81">
              <a:extLst>
                <a:ext uri="{FF2B5EF4-FFF2-40B4-BE49-F238E27FC236}">
                  <a16:creationId xmlns:a16="http://schemas.microsoft.com/office/drawing/2014/main" id="{B5619EEC-FE4B-4408-9D8B-0A8149209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9" name="Group 82">
            <a:extLst>
              <a:ext uri="{FF2B5EF4-FFF2-40B4-BE49-F238E27FC236}">
                <a16:creationId xmlns:a16="http://schemas.microsoft.com/office/drawing/2014/main" id="{2A0A2388-F2CB-48E4-9465-90C43E26C79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1833" name="Line 83">
              <a:extLst>
                <a:ext uri="{FF2B5EF4-FFF2-40B4-BE49-F238E27FC236}">
                  <a16:creationId xmlns:a16="http://schemas.microsoft.com/office/drawing/2014/main" id="{536311C6-553B-4D4F-B8DB-0C768F432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4" name="Line 84">
              <a:extLst>
                <a:ext uri="{FF2B5EF4-FFF2-40B4-BE49-F238E27FC236}">
                  <a16:creationId xmlns:a16="http://schemas.microsoft.com/office/drawing/2014/main" id="{DCA753F6-6A78-4B92-B855-3F65AE868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5" name="Line 85">
              <a:extLst>
                <a:ext uri="{FF2B5EF4-FFF2-40B4-BE49-F238E27FC236}">
                  <a16:creationId xmlns:a16="http://schemas.microsoft.com/office/drawing/2014/main" id="{541A8A45-5E50-4F16-BD85-D7E632FBF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36" name="Line 86">
              <a:extLst>
                <a:ext uri="{FF2B5EF4-FFF2-40B4-BE49-F238E27FC236}">
                  <a16:creationId xmlns:a16="http://schemas.microsoft.com/office/drawing/2014/main" id="{81B22AD2-DBF6-4826-9B78-0AA2305A3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20" name="Group 87">
            <a:extLst>
              <a:ext uri="{FF2B5EF4-FFF2-40B4-BE49-F238E27FC236}">
                <a16:creationId xmlns:a16="http://schemas.microsoft.com/office/drawing/2014/main" id="{503DCBD7-D0EE-4CE5-8594-B04F6AB5271F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1827" name="Text Box 88">
              <a:extLst>
                <a:ext uri="{FF2B5EF4-FFF2-40B4-BE49-F238E27FC236}">
                  <a16:creationId xmlns:a16="http://schemas.microsoft.com/office/drawing/2014/main" id="{220668C3-D21F-47A4-83BF-708C383A9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1828" name="Text Box 89">
              <a:extLst>
                <a:ext uri="{FF2B5EF4-FFF2-40B4-BE49-F238E27FC236}">
                  <a16:creationId xmlns:a16="http://schemas.microsoft.com/office/drawing/2014/main" id="{0EBC1EAC-25A5-45F5-9DA8-23EAAA92D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1829" name="Text Box 90">
              <a:extLst>
                <a:ext uri="{FF2B5EF4-FFF2-40B4-BE49-F238E27FC236}">
                  <a16:creationId xmlns:a16="http://schemas.microsoft.com/office/drawing/2014/main" id="{FC6A7B21-2996-430B-AB35-AB131D2CF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1830" name="Text Box 91">
              <a:extLst>
                <a:ext uri="{FF2B5EF4-FFF2-40B4-BE49-F238E27FC236}">
                  <a16:creationId xmlns:a16="http://schemas.microsoft.com/office/drawing/2014/main" id="{744FA54C-C296-449F-8BAF-3DC79AE54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1831" name="Text Box 92">
              <a:extLst>
                <a:ext uri="{FF2B5EF4-FFF2-40B4-BE49-F238E27FC236}">
                  <a16:creationId xmlns:a16="http://schemas.microsoft.com/office/drawing/2014/main" id="{1678B79B-645C-4A5C-905D-0C350D4C3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1832" name="Text Box 93">
              <a:extLst>
                <a:ext uri="{FF2B5EF4-FFF2-40B4-BE49-F238E27FC236}">
                  <a16:creationId xmlns:a16="http://schemas.microsoft.com/office/drawing/2014/main" id="{630D46EE-846C-4A52-8015-6265BF054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821" name="Group 94">
            <a:extLst>
              <a:ext uri="{FF2B5EF4-FFF2-40B4-BE49-F238E27FC236}">
                <a16:creationId xmlns:a16="http://schemas.microsoft.com/office/drawing/2014/main" id="{0A9A5435-EDB5-419E-864C-D58AC0DC659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1823" name="Line 95">
              <a:extLst>
                <a:ext uri="{FF2B5EF4-FFF2-40B4-BE49-F238E27FC236}">
                  <a16:creationId xmlns:a16="http://schemas.microsoft.com/office/drawing/2014/main" id="{2FABEA17-46C3-4000-BED1-EFFC9461ED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4" name="Line 96">
              <a:extLst>
                <a:ext uri="{FF2B5EF4-FFF2-40B4-BE49-F238E27FC236}">
                  <a16:creationId xmlns:a16="http://schemas.microsoft.com/office/drawing/2014/main" id="{C2D13FF1-4059-46D8-A80F-17E170DB9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5" name="Line 97">
              <a:extLst>
                <a:ext uri="{FF2B5EF4-FFF2-40B4-BE49-F238E27FC236}">
                  <a16:creationId xmlns:a16="http://schemas.microsoft.com/office/drawing/2014/main" id="{6BF26235-2E74-49E1-B519-D22B75C35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6" name="Line 98">
              <a:extLst>
                <a:ext uri="{FF2B5EF4-FFF2-40B4-BE49-F238E27FC236}">
                  <a16:creationId xmlns:a16="http://schemas.microsoft.com/office/drawing/2014/main" id="{E065B381-A32F-43E2-80D3-33B0F6FE1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822" name="Line 99">
            <a:extLst>
              <a:ext uri="{FF2B5EF4-FFF2-40B4-BE49-F238E27FC236}">
                <a16:creationId xmlns:a16="http://schemas.microsoft.com/office/drawing/2014/main" id="{CE5185E8-DEEC-4D69-9472-4D79B2D7C8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8862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nimBg="1"/>
      <p:bldP spid="1812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9C7B8A99-1881-4563-926A-3AA25E32D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9E4798D-B299-454B-8331-62CC83DA7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AF855CE6-C976-4782-B30A-8E755F865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sp>
        <p:nvSpPr>
          <p:cNvPr id="32773" name="Content Placeholder 1">
            <a:extLst>
              <a:ext uri="{FF2B5EF4-FFF2-40B4-BE49-F238E27FC236}">
                <a16:creationId xmlns:a16="http://schemas.microsoft.com/office/drawing/2014/main" id="{F45C9005-E968-4661-A0B1-AB8518C6A5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82370" name="Group 98">
            <a:extLst>
              <a:ext uri="{FF2B5EF4-FFF2-40B4-BE49-F238E27FC236}">
                <a16:creationId xmlns:a16="http://schemas.microsoft.com/office/drawing/2014/main" id="{FAD46296-059A-4380-B967-8A429540038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2289" name="Group 17">
            <a:extLst>
              <a:ext uri="{FF2B5EF4-FFF2-40B4-BE49-F238E27FC236}">
                <a16:creationId xmlns:a16="http://schemas.microsoft.com/office/drawing/2014/main" id="{A54040B7-6AB5-45FA-9A08-B7FEF6B0722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2301" name="Group 29">
            <a:extLst>
              <a:ext uri="{FF2B5EF4-FFF2-40B4-BE49-F238E27FC236}">
                <a16:creationId xmlns:a16="http://schemas.microsoft.com/office/drawing/2014/main" id="{3E8C6995-6871-4757-AE37-DF65122D2B4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810" name="Rectangle 41">
            <a:extLst>
              <a:ext uri="{FF2B5EF4-FFF2-40B4-BE49-F238E27FC236}">
                <a16:creationId xmlns:a16="http://schemas.microsoft.com/office/drawing/2014/main" id="{A7983C29-3257-4431-A58A-E68B1E2E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2314" name="Group 42">
            <a:extLst>
              <a:ext uri="{FF2B5EF4-FFF2-40B4-BE49-F238E27FC236}">
                <a16:creationId xmlns:a16="http://schemas.microsoft.com/office/drawing/2014/main" id="{413E91F1-4E89-47B4-98EB-77EFBF666487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90600" cy="1476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2326" name="Group 54">
            <a:extLst>
              <a:ext uri="{FF2B5EF4-FFF2-40B4-BE49-F238E27FC236}">
                <a16:creationId xmlns:a16="http://schemas.microsoft.com/office/drawing/2014/main" id="{B683881C-4FD4-4F0C-A76F-40609A0BD9D7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219075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2839" name="Group 70">
            <a:extLst>
              <a:ext uri="{FF2B5EF4-FFF2-40B4-BE49-F238E27FC236}">
                <a16:creationId xmlns:a16="http://schemas.microsoft.com/office/drawing/2014/main" id="{FD60AE28-5E40-44E2-AA67-6AE81C6A7FD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2863" name="Line 71">
              <a:extLst>
                <a:ext uri="{FF2B5EF4-FFF2-40B4-BE49-F238E27FC236}">
                  <a16:creationId xmlns:a16="http://schemas.microsoft.com/office/drawing/2014/main" id="{D2DF6889-8C65-4CFB-B31D-C1C0C5197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Line 72">
              <a:extLst>
                <a:ext uri="{FF2B5EF4-FFF2-40B4-BE49-F238E27FC236}">
                  <a16:creationId xmlns:a16="http://schemas.microsoft.com/office/drawing/2014/main" id="{16B0B3DA-1860-496D-9156-37B1ED6B6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Line 73">
              <a:extLst>
                <a:ext uri="{FF2B5EF4-FFF2-40B4-BE49-F238E27FC236}">
                  <a16:creationId xmlns:a16="http://schemas.microsoft.com/office/drawing/2014/main" id="{E31D0649-64A4-4314-93BC-80277EEAC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840" name="Group 74">
            <a:extLst>
              <a:ext uri="{FF2B5EF4-FFF2-40B4-BE49-F238E27FC236}">
                <a16:creationId xmlns:a16="http://schemas.microsoft.com/office/drawing/2014/main" id="{F15F6CC8-32EC-4CD4-A5A9-ADE07EA2B17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2859" name="Line 75">
              <a:extLst>
                <a:ext uri="{FF2B5EF4-FFF2-40B4-BE49-F238E27FC236}">
                  <a16:creationId xmlns:a16="http://schemas.microsoft.com/office/drawing/2014/main" id="{89B580D6-B77A-4AC7-9116-DB2026B85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Line 76">
              <a:extLst>
                <a:ext uri="{FF2B5EF4-FFF2-40B4-BE49-F238E27FC236}">
                  <a16:creationId xmlns:a16="http://schemas.microsoft.com/office/drawing/2014/main" id="{DD1D5FAF-1412-40CF-89E6-5CFF626F6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Line 77">
              <a:extLst>
                <a:ext uri="{FF2B5EF4-FFF2-40B4-BE49-F238E27FC236}">
                  <a16:creationId xmlns:a16="http://schemas.microsoft.com/office/drawing/2014/main" id="{C72A3F94-F7E3-4F48-9134-3DF761671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Line 78">
              <a:extLst>
                <a:ext uri="{FF2B5EF4-FFF2-40B4-BE49-F238E27FC236}">
                  <a16:creationId xmlns:a16="http://schemas.microsoft.com/office/drawing/2014/main" id="{9E8CAD5A-7BD3-4A4A-B5C1-6DF3D852F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841" name="Group 79">
            <a:extLst>
              <a:ext uri="{FF2B5EF4-FFF2-40B4-BE49-F238E27FC236}">
                <a16:creationId xmlns:a16="http://schemas.microsoft.com/office/drawing/2014/main" id="{60192F98-DDB8-4F6A-BD74-91FBC47160B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2855" name="Line 80">
              <a:extLst>
                <a:ext uri="{FF2B5EF4-FFF2-40B4-BE49-F238E27FC236}">
                  <a16:creationId xmlns:a16="http://schemas.microsoft.com/office/drawing/2014/main" id="{4B0C9A38-4B7F-4D96-88CE-384F54C40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Line 81">
              <a:extLst>
                <a:ext uri="{FF2B5EF4-FFF2-40B4-BE49-F238E27FC236}">
                  <a16:creationId xmlns:a16="http://schemas.microsoft.com/office/drawing/2014/main" id="{2749A363-5520-4679-8CCD-ADB71768D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Line 82">
              <a:extLst>
                <a:ext uri="{FF2B5EF4-FFF2-40B4-BE49-F238E27FC236}">
                  <a16:creationId xmlns:a16="http://schemas.microsoft.com/office/drawing/2014/main" id="{1F32730F-44AA-4F67-8031-5A59735D7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Line 83">
              <a:extLst>
                <a:ext uri="{FF2B5EF4-FFF2-40B4-BE49-F238E27FC236}">
                  <a16:creationId xmlns:a16="http://schemas.microsoft.com/office/drawing/2014/main" id="{4ED47B7C-228F-48BE-8F02-6F393E4F4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842" name="Group 84">
            <a:extLst>
              <a:ext uri="{FF2B5EF4-FFF2-40B4-BE49-F238E27FC236}">
                <a16:creationId xmlns:a16="http://schemas.microsoft.com/office/drawing/2014/main" id="{492A89B8-0817-4518-8298-752B091B7B1D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2849" name="Text Box 85">
              <a:extLst>
                <a:ext uri="{FF2B5EF4-FFF2-40B4-BE49-F238E27FC236}">
                  <a16:creationId xmlns:a16="http://schemas.microsoft.com/office/drawing/2014/main" id="{E19AD56F-D131-4101-80BA-E0C43853F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2850" name="Text Box 86">
              <a:extLst>
                <a:ext uri="{FF2B5EF4-FFF2-40B4-BE49-F238E27FC236}">
                  <a16:creationId xmlns:a16="http://schemas.microsoft.com/office/drawing/2014/main" id="{5E4A2DBC-70CE-47B9-A402-7C5A48C6E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2851" name="Text Box 87">
              <a:extLst>
                <a:ext uri="{FF2B5EF4-FFF2-40B4-BE49-F238E27FC236}">
                  <a16:creationId xmlns:a16="http://schemas.microsoft.com/office/drawing/2014/main" id="{4957E2B8-33F7-4929-BDD0-078E4AC08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2852" name="Text Box 88">
              <a:extLst>
                <a:ext uri="{FF2B5EF4-FFF2-40B4-BE49-F238E27FC236}">
                  <a16:creationId xmlns:a16="http://schemas.microsoft.com/office/drawing/2014/main" id="{87459DAF-12A7-453B-8BF2-D0DA0E94B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2853" name="Text Box 89">
              <a:extLst>
                <a:ext uri="{FF2B5EF4-FFF2-40B4-BE49-F238E27FC236}">
                  <a16:creationId xmlns:a16="http://schemas.microsoft.com/office/drawing/2014/main" id="{8BC3D834-D59D-4B90-AA7A-35F3DDBF4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2854" name="Text Box 90">
              <a:extLst>
                <a:ext uri="{FF2B5EF4-FFF2-40B4-BE49-F238E27FC236}">
                  <a16:creationId xmlns:a16="http://schemas.microsoft.com/office/drawing/2014/main" id="{DDA44685-CB10-450A-93F7-22358B473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43" name="Group 91">
            <a:extLst>
              <a:ext uri="{FF2B5EF4-FFF2-40B4-BE49-F238E27FC236}">
                <a16:creationId xmlns:a16="http://schemas.microsoft.com/office/drawing/2014/main" id="{52982FAE-2CC1-479A-A1E0-6AC4239F7F3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2845" name="Line 92">
              <a:extLst>
                <a:ext uri="{FF2B5EF4-FFF2-40B4-BE49-F238E27FC236}">
                  <a16:creationId xmlns:a16="http://schemas.microsoft.com/office/drawing/2014/main" id="{F0AA304A-3552-4EF7-BCBF-28C080305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Line 93">
              <a:extLst>
                <a:ext uri="{FF2B5EF4-FFF2-40B4-BE49-F238E27FC236}">
                  <a16:creationId xmlns:a16="http://schemas.microsoft.com/office/drawing/2014/main" id="{3C8FEE25-A41C-48F1-8D69-2775AB5502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Line 94">
              <a:extLst>
                <a:ext uri="{FF2B5EF4-FFF2-40B4-BE49-F238E27FC236}">
                  <a16:creationId xmlns:a16="http://schemas.microsoft.com/office/drawing/2014/main" id="{0EC07C60-6D42-4467-B2A0-44C1DF311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Line 95">
              <a:extLst>
                <a:ext uri="{FF2B5EF4-FFF2-40B4-BE49-F238E27FC236}">
                  <a16:creationId xmlns:a16="http://schemas.microsoft.com/office/drawing/2014/main" id="{B8504036-8867-4858-BF9D-9D7D8E129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844" name="Line 96">
            <a:extLst>
              <a:ext uri="{FF2B5EF4-FFF2-40B4-BE49-F238E27FC236}">
                <a16:creationId xmlns:a16="http://schemas.microsoft.com/office/drawing/2014/main" id="{65D66ACC-A9A5-42A6-8961-69A2A185B2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3505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069FA505-9F35-47B1-9C46-9ED84EA7B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581E9D7-71CF-4087-B3EA-82876C182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4FE76C85-E403-4F78-9C48-86DFF659F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7038" y="138113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 sz="3600"/>
              <a:t>Common Subexpression </a:t>
            </a:r>
            <a:br>
              <a:rPr lang="en-US" altLang="en-US" sz="3600"/>
            </a:br>
            <a:r>
              <a:rPr lang="en-US" altLang="en-US" sz="3600"/>
              <a:t>Elimination</a:t>
            </a:r>
          </a:p>
        </p:txBody>
      </p:sp>
      <p:sp>
        <p:nvSpPr>
          <p:cNvPr id="33797" name="Content Placeholder 1">
            <a:extLst>
              <a:ext uri="{FF2B5EF4-FFF2-40B4-BE49-F238E27FC236}">
                <a16:creationId xmlns:a16="http://schemas.microsoft.com/office/drawing/2014/main" id="{B328D172-D087-4479-8938-DCC1F3D38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83301" name="Group 5">
            <a:extLst>
              <a:ext uri="{FF2B5EF4-FFF2-40B4-BE49-F238E27FC236}">
                <a16:creationId xmlns:a16="http://schemas.microsoft.com/office/drawing/2014/main" id="{3AC2A12E-D4E4-4AB6-B7BC-E5962934459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3313" name="Group 17">
            <a:extLst>
              <a:ext uri="{FF2B5EF4-FFF2-40B4-BE49-F238E27FC236}">
                <a16:creationId xmlns:a16="http://schemas.microsoft.com/office/drawing/2014/main" id="{182A93E4-BE94-4B3D-ADE9-D42604FDAD0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3325" name="Group 29">
            <a:extLst>
              <a:ext uri="{FF2B5EF4-FFF2-40B4-BE49-F238E27FC236}">
                <a16:creationId xmlns:a16="http://schemas.microsoft.com/office/drawing/2014/main" id="{07788D45-5B30-47EE-A382-E913C4B00487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34" name="Rectangle 41">
            <a:extLst>
              <a:ext uri="{FF2B5EF4-FFF2-40B4-BE49-F238E27FC236}">
                <a16:creationId xmlns:a16="http://schemas.microsoft.com/office/drawing/2014/main" id="{D00A82D6-7450-474D-A904-BE0847D17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3338" name="Group 42">
            <a:extLst>
              <a:ext uri="{FF2B5EF4-FFF2-40B4-BE49-F238E27FC236}">
                <a16:creationId xmlns:a16="http://schemas.microsoft.com/office/drawing/2014/main" id="{16AB8866-5703-47DB-B301-5787220AF5EC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90600" cy="1476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3350" name="Group 54">
            <a:extLst>
              <a:ext uri="{FF2B5EF4-FFF2-40B4-BE49-F238E27FC236}">
                <a16:creationId xmlns:a16="http://schemas.microsoft.com/office/drawing/2014/main" id="{A6904B40-FEAD-4091-B877-45E703A9D952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14605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3859" name="Group 66">
            <a:extLst>
              <a:ext uri="{FF2B5EF4-FFF2-40B4-BE49-F238E27FC236}">
                <a16:creationId xmlns:a16="http://schemas.microsoft.com/office/drawing/2014/main" id="{3F28651F-774D-4BDE-A52D-533A7D9E5772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3884" name="Line 67">
              <a:extLst>
                <a:ext uri="{FF2B5EF4-FFF2-40B4-BE49-F238E27FC236}">
                  <a16:creationId xmlns:a16="http://schemas.microsoft.com/office/drawing/2014/main" id="{09435958-216D-4D02-A7E4-3087F6883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5" name="Line 68">
              <a:extLst>
                <a:ext uri="{FF2B5EF4-FFF2-40B4-BE49-F238E27FC236}">
                  <a16:creationId xmlns:a16="http://schemas.microsoft.com/office/drawing/2014/main" id="{DF833224-AE95-4AB2-BC14-98C72D479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6" name="Line 69">
              <a:extLst>
                <a:ext uri="{FF2B5EF4-FFF2-40B4-BE49-F238E27FC236}">
                  <a16:creationId xmlns:a16="http://schemas.microsoft.com/office/drawing/2014/main" id="{1E7DBEF2-E579-47DB-A615-EA0829FFE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60" name="Group 70">
            <a:extLst>
              <a:ext uri="{FF2B5EF4-FFF2-40B4-BE49-F238E27FC236}">
                <a16:creationId xmlns:a16="http://schemas.microsoft.com/office/drawing/2014/main" id="{EBEEBE4F-7192-4A4F-950C-B1708A4F5D5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3880" name="Line 71">
              <a:extLst>
                <a:ext uri="{FF2B5EF4-FFF2-40B4-BE49-F238E27FC236}">
                  <a16:creationId xmlns:a16="http://schemas.microsoft.com/office/drawing/2014/main" id="{AB221D78-ED66-465A-BA36-DEF7A99D7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1" name="Line 72">
              <a:extLst>
                <a:ext uri="{FF2B5EF4-FFF2-40B4-BE49-F238E27FC236}">
                  <a16:creationId xmlns:a16="http://schemas.microsoft.com/office/drawing/2014/main" id="{D5023646-40EA-48B7-9C55-9FECCFDC8C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2" name="Line 73">
              <a:extLst>
                <a:ext uri="{FF2B5EF4-FFF2-40B4-BE49-F238E27FC236}">
                  <a16:creationId xmlns:a16="http://schemas.microsoft.com/office/drawing/2014/main" id="{4267A006-3E16-4982-922A-13425F546F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3" name="Line 74">
              <a:extLst>
                <a:ext uri="{FF2B5EF4-FFF2-40B4-BE49-F238E27FC236}">
                  <a16:creationId xmlns:a16="http://schemas.microsoft.com/office/drawing/2014/main" id="{80B24FF2-4860-4DD1-8D23-37DE45DEA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61" name="Group 75">
            <a:extLst>
              <a:ext uri="{FF2B5EF4-FFF2-40B4-BE49-F238E27FC236}">
                <a16:creationId xmlns:a16="http://schemas.microsoft.com/office/drawing/2014/main" id="{7C6AB558-D675-460E-B024-D34A1DE37EA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3876" name="Line 76">
              <a:extLst>
                <a:ext uri="{FF2B5EF4-FFF2-40B4-BE49-F238E27FC236}">
                  <a16:creationId xmlns:a16="http://schemas.microsoft.com/office/drawing/2014/main" id="{31165E88-7DDD-46FB-B9CC-366257982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7" name="Line 77">
              <a:extLst>
                <a:ext uri="{FF2B5EF4-FFF2-40B4-BE49-F238E27FC236}">
                  <a16:creationId xmlns:a16="http://schemas.microsoft.com/office/drawing/2014/main" id="{7F9764E1-AA93-4FE5-96F8-9110BECB51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8" name="Line 78">
              <a:extLst>
                <a:ext uri="{FF2B5EF4-FFF2-40B4-BE49-F238E27FC236}">
                  <a16:creationId xmlns:a16="http://schemas.microsoft.com/office/drawing/2014/main" id="{51D4DBBA-366E-45F8-AF64-D687002FA3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9" name="Line 79">
              <a:extLst>
                <a:ext uri="{FF2B5EF4-FFF2-40B4-BE49-F238E27FC236}">
                  <a16:creationId xmlns:a16="http://schemas.microsoft.com/office/drawing/2014/main" id="{6ABE29E2-E898-4922-AEEC-A0B5B27D8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862" name="Group 80">
            <a:extLst>
              <a:ext uri="{FF2B5EF4-FFF2-40B4-BE49-F238E27FC236}">
                <a16:creationId xmlns:a16="http://schemas.microsoft.com/office/drawing/2014/main" id="{B83CF993-A9DB-4FA9-BB8F-C53B3DCE6AB2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3870" name="Text Box 81">
              <a:extLst>
                <a:ext uri="{FF2B5EF4-FFF2-40B4-BE49-F238E27FC236}">
                  <a16:creationId xmlns:a16="http://schemas.microsoft.com/office/drawing/2014/main" id="{EF6306DC-CB5B-4C6B-94AE-535469ACC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3871" name="Text Box 82">
              <a:extLst>
                <a:ext uri="{FF2B5EF4-FFF2-40B4-BE49-F238E27FC236}">
                  <a16:creationId xmlns:a16="http://schemas.microsoft.com/office/drawing/2014/main" id="{F7C35968-EA6A-4BF1-9A20-96E6117B5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3872" name="Text Box 83">
              <a:extLst>
                <a:ext uri="{FF2B5EF4-FFF2-40B4-BE49-F238E27FC236}">
                  <a16:creationId xmlns:a16="http://schemas.microsoft.com/office/drawing/2014/main" id="{5F95F964-192D-48AC-9A8A-010C41C53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3873" name="Text Box 84">
              <a:extLst>
                <a:ext uri="{FF2B5EF4-FFF2-40B4-BE49-F238E27FC236}">
                  <a16:creationId xmlns:a16="http://schemas.microsoft.com/office/drawing/2014/main" id="{53A9A080-FE6C-4E6F-8846-9DE6317C8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3874" name="Text Box 85">
              <a:extLst>
                <a:ext uri="{FF2B5EF4-FFF2-40B4-BE49-F238E27FC236}">
                  <a16:creationId xmlns:a16="http://schemas.microsoft.com/office/drawing/2014/main" id="{33157F1B-A459-49D0-8A62-1743F3464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3875" name="Text Box 86">
              <a:extLst>
                <a:ext uri="{FF2B5EF4-FFF2-40B4-BE49-F238E27FC236}">
                  <a16:creationId xmlns:a16="http://schemas.microsoft.com/office/drawing/2014/main" id="{B2C32766-666A-4572-96ED-E3B38185C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33863" name="Text Box 87">
            <a:extLst>
              <a:ext uri="{FF2B5EF4-FFF2-40B4-BE49-F238E27FC236}">
                <a16:creationId xmlns:a16="http://schemas.microsoft.com/office/drawing/2014/main" id="{1BAEEA6A-D3F0-45F7-91DC-DB12AAE48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038600"/>
            <a:ext cx="24384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Similarly for B</a:t>
            </a:r>
            <a:r>
              <a:rPr lang="en-US" altLang="en-US" sz="2400" baseline="-25000">
                <a:latin typeface="Times New Roman" panose="02020603050405020304" pitchFamily="18" charset="0"/>
              </a:rPr>
              <a:t>6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3864" name="Group 88">
            <a:extLst>
              <a:ext uri="{FF2B5EF4-FFF2-40B4-BE49-F238E27FC236}">
                <a16:creationId xmlns:a16="http://schemas.microsoft.com/office/drawing/2014/main" id="{7C1C1970-9745-4E5F-A164-875D5991A18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3866" name="Line 89">
              <a:extLst>
                <a:ext uri="{FF2B5EF4-FFF2-40B4-BE49-F238E27FC236}">
                  <a16:creationId xmlns:a16="http://schemas.microsoft.com/office/drawing/2014/main" id="{87E67F73-DA8D-4356-BAB5-7C6AD01B6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7" name="Line 90">
              <a:extLst>
                <a:ext uri="{FF2B5EF4-FFF2-40B4-BE49-F238E27FC236}">
                  <a16:creationId xmlns:a16="http://schemas.microsoft.com/office/drawing/2014/main" id="{26D866B1-CAC7-43EB-BE6B-2EE62F9F3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8" name="Line 91">
              <a:extLst>
                <a:ext uri="{FF2B5EF4-FFF2-40B4-BE49-F238E27FC236}">
                  <a16:creationId xmlns:a16="http://schemas.microsoft.com/office/drawing/2014/main" id="{6C502C4A-4498-4F25-B36F-766939594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69" name="Line 92">
              <a:extLst>
                <a:ext uri="{FF2B5EF4-FFF2-40B4-BE49-F238E27FC236}">
                  <a16:creationId xmlns:a16="http://schemas.microsoft.com/office/drawing/2014/main" id="{94D71F2E-19C8-42C8-A0D8-F7DA6DF1F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865" name="Line 93">
            <a:extLst>
              <a:ext uri="{FF2B5EF4-FFF2-40B4-BE49-F238E27FC236}">
                <a16:creationId xmlns:a16="http://schemas.microsoft.com/office/drawing/2014/main" id="{270BAFF5-AC05-45BD-B457-022C38F822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505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94ACE271-F557-439F-96AF-31704FC72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209800"/>
            <a:ext cx="10668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4376" name="Group 56">
            <a:extLst>
              <a:ext uri="{FF2B5EF4-FFF2-40B4-BE49-F238E27FC236}">
                <a16:creationId xmlns:a16="http://schemas.microsoft.com/office/drawing/2014/main" id="{05516175-EB74-46DA-A9B0-06D8DC6DC613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209800"/>
          <a:ext cx="1066800" cy="14605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x =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  <a:endParaRPr kumimoji="0" 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323" name="Rectangle 3">
            <a:extLst>
              <a:ext uri="{FF2B5EF4-FFF2-40B4-BE49-F238E27FC236}">
                <a16:creationId xmlns:a16="http://schemas.microsoft.com/office/drawing/2014/main" id="{760641B0-3B78-410B-8A12-586704F0C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057400"/>
            <a:ext cx="9906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4364" name="Group 44">
            <a:extLst>
              <a:ext uri="{FF2B5EF4-FFF2-40B4-BE49-F238E27FC236}">
                <a16:creationId xmlns:a16="http://schemas.microsoft.com/office/drawing/2014/main" id="{0F563E56-6505-4E83-ACBC-5936F4E9F705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2057400"/>
          <a:ext cx="990600" cy="1476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44" name="Rectangle 4">
            <a:extLst>
              <a:ext uri="{FF2B5EF4-FFF2-40B4-BE49-F238E27FC236}">
                <a16:creationId xmlns:a16="http://schemas.microsoft.com/office/drawing/2014/main" id="{E0CD3D3D-0F68-4EE0-8D8C-C2EC52B60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4845" name="Rectangle 5">
            <a:extLst>
              <a:ext uri="{FF2B5EF4-FFF2-40B4-BE49-F238E27FC236}">
                <a16:creationId xmlns:a16="http://schemas.microsoft.com/office/drawing/2014/main" id="{801EA59D-F458-4921-8C99-A4262B64C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4846" name="Rectangle 6">
            <a:extLst>
              <a:ext uri="{FF2B5EF4-FFF2-40B4-BE49-F238E27FC236}">
                <a16:creationId xmlns:a16="http://schemas.microsoft.com/office/drawing/2014/main" id="{B601231A-1FE5-40F4-AA01-08E35DE3E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288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/>
              <a:t>Dead Code </a:t>
            </a:r>
            <a:br>
              <a:rPr lang="en-US" altLang="en-US"/>
            </a:br>
            <a:r>
              <a:rPr lang="en-US" altLang="en-US"/>
              <a:t>Elimination</a:t>
            </a:r>
          </a:p>
        </p:txBody>
      </p:sp>
      <p:graphicFrame>
        <p:nvGraphicFramePr>
          <p:cNvPr id="184327" name="Group 7">
            <a:extLst>
              <a:ext uri="{FF2B5EF4-FFF2-40B4-BE49-F238E27FC236}">
                <a16:creationId xmlns:a16="http://schemas.microsoft.com/office/drawing/2014/main" id="{9D56369B-EC20-4995-B07D-6F7F1C62CA0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4339" name="Group 19">
            <a:extLst>
              <a:ext uri="{FF2B5EF4-FFF2-40B4-BE49-F238E27FC236}">
                <a16:creationId xmlns:a16="http://schemas.microsoft.com/office/drawing/2014/main" id="{19783A62-AB61-438C-ACD4-2A9D07B4EE3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4351" name="Group 31">
            <a:extLst>
              <a:ext uri="{FF2B5EF4-FFF2-40B4-BE49-F238E27FC236}">
                <a16:creationId xmlns:a16="http://schemas.microsoft.com/office/drawing/2014/main" id="{2A4105F5-DFD9-486C-8A64-994FA77A10E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83" name="Rectangle 43">
            <a:extLst>
              <a:ext uri="{FF2B5EF4-FFF2-40B4-BE49-F238E27FC236}">
                <a16:creationId xmlns:a16="http://schemas.microsoft.com/office/drawing/2014/main" id="{34CFA85A-6AC9-4F8A-BE36-AA4BB9BFA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34884" name="Group 68">
            <a:extLst>
              <a:ext uri="{FF2B5EF4-FFF2-40B4-BE49-F238E27FC236}">
                <a16:creationId xmlns:a16="http://schemas.microsoft.com/office/drawing/2014/main" id="{C6177323-2296-4AE3-8DF7-0A2AA6918A5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4908" name="Line 69">
              <a:extLst>
                <a:ext uri="{FF2B5EF4-FFF2-40B4-BE49-F238E27FC236}">
                  <a16:creationId xmlns:a16="http://schemas.microsoft.com/office/drawing/2014/main" id="{B6F5B097-91FD-4742-B46C-B6A7EFA28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Line 70">
              <a:extLst>
                <a:ext uri="{FF2B5EF4-FFF2-40B4-BE49-F238E27FC236}">
                  <a16:creationId xmlns:a16="http://schemas.microsoft.com/office/drawing/2014/main" id="{C8B29CED-F857-4735-B321-9BC5D6156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Line 71">
              <a:extLst>
                <a:ext uri="{FF2B5EF4-FFF2-40B4-BE49-F238E27FC236}">
                  <a16:creationId xmlns:a16="http://schemas.microsoft.com/office/drawing/2014/main" id="{7C1588E8-C819-4D64-85D0-87D61BA77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85" name="Group 72">
            <a:extLst>
              <a:ext uri="{FF2B5EF4-FFF2-40B4-BE49-F238E27FC236}">
                <a16:creationId xmlns:a16="http://schemas.microsoft.com/office/drawing/2014/main" id="{796BB164-E242-4F5B-A3F9-6259856CAEA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4904" name="Line 73">
              <a:extLst>
                <a:ext uri="{FF2B5EF4-FFF2-40B4-BE49-F238E27FC236}">
                  <a16:creationId xmlns:a16="http://schemas.microsoft.com/office/drawing/2014/main" id="{D68B4450-9DF3-4F1D-85DF-B775C8F63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74">
              <a:extLst>
                <a:ext uri="{FF2B5EF4-FFF2-40B4-BE49-F238E27FC236}">
                  <a16:creationId xmlns:a16="http://schemas.microsoft.com/office/drawing/2014/main" id="{9D00AFF3-C37C-4268-B5DB-2E1A7C5AAA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75">
              <a:extLst>
                <a:ext uri="{FF2B5EF4-FFF2-40B4-BE49-F238E27FC236}">
                  <a16:creationId xmlns:a16="http://schemas.microsoft.com/office/drawing/2014/main" id="{7F8D5330-44C8-4B76-A7A8-C0B7F201E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Line 76">
              <a:extLst>
                <a:ext uri="{FF2B5EF4-FFF2-40B4-BE49-F238E27FC236}">
                  <a16:creationId xmlns:a16="http://schemas.microsoft.com/office/drawing/2014/main" id="{39B43EC1-224F-4AC0-B045-8EA0B29D9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86" name="Group 77">
            <a:extLst>
              <a:ext uri="{FF2B5EF4-FFF2-40B4-BE49-F238E27FC236}">
                <a16:creationId xmlns:a16="http://schemas.microsoft.com/office/drawing/2014/main" id="{A11F50F9-BD22-43E9-9657-9C018F53B58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4900" name="Line 78">
              <a:extLst>
                <a:ext uri="{FF2B5EF4-FFF2-40B4-BE49-F238E27FC236}">
                  <a16:creationId xmlns:a16="http://schemas.microsoft.com/office/drawing/2014/main" id="{A13A2FDB-2836-4807-A1F5-A6E097182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Line 79">
              <a:extLst>
                <a:ext uri="{FF2B5EF4-FFF2-40B4-BE49-F238E27FC236}">
                  <a16:creationId xmlns:a16="http://schemas.microsoft.com/office/drawing/2014/main" id="{D7B8EAF4-ADB4-4BF3-A914-070494B3D5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Line 80">
              <a:extLst>
                <a:ext uri="{FF2B5EF4-FFF2-40B4-BE49-F238E27FC236}">
                  <a16:creationId xmlns:a16="http://schemas.microsoft.com/office/drawing/2014/main" id="{900BC50F-71B6-48FD-B5DC-E5C610F65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Line 81">
              <a:extLst>
                <a:ext uri="{FF2B5EF4-FFF2-40B4-BE49-F238E27FC236}">
                  <a16:creationId xmlns:a16="http://schemas.microsoft.com/office/drawing/2014/main" id="{BDC3A8FE-C817-41C0-98F6-AC771481D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887" name="Group 82">
            <a:extLst>
              <a:ext uri="{FF2B5EF4-FFF2-40B4-BE49-F238E27FC236}">
                <a16:creationId xmlns:a16="http://schemas.microsoft.com/office/drawing/2014/main" id="{5C128B05-CDFC-4159-873F-2011F1A52E5D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4894" name="Text Box 83">
              <a:extLst>
                <a:ext uri="{FF2B5EF4-FFF2-40B4-BE49-F238E27FC236}">
                  <a16:creationId xmlns:a16="http://schemas.microsoft.com/office/drawing/2014/main" id="{25DC96E0-0F6D-48E1-B67A-D6A224E25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4895" name="Text Box 84">
              <a:extLst>
                <a:ext uri="{FF2B5EF4-FFF2-40B4-BE49-F238E27FC236}">
                  <a16:creationId xmlns:a16="http://schemas.microsoft.com/office/drawing/2014/main" id="{C3512DEE-B282-48B0-B64F-FB4BE3CE5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4896" name="Text Box 85">
              <a:extLst>
                <a:ext uri="{FF2B5EF4-FFF2-40B4-BE49-F238E27FC236}">
                  <a16:creationId xmlns:a16="http://schemas.microsoft.com/office/drawing/2014/main" id="{353931C9-1078-41D9-8870-B40C7E916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4897" name="Text Box 86">
              <a:extLst>
                <a:ext uri="{FF2B5EF4-FFF2-40B4-BE49-F238E27FC236}">
                  <a16:creationId xmlns:a16="http://schemas.microsoft.com/office/drawing/2014/main" id="{96629288-53FE-433F-9EC3-00C678CC9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4898" name="Text Box 87">
              <a:extLst>
                <a:ext uri="{FF2B5EF4-FFF2-40B4-BE49-F238E27FC236}">
                  <a16:creationId xmlns:a16="http://schemas.microsoft.com/office/drawing/2014/main" id="{8C714A83-3C58-4162-A2D5-AC57E005D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4899" name="Text Box 88">
              <a:extLst>
                <a:ext uri="{FF2B5EF4-FFF2-40B4-BE49-F238E27FC236}">
                  <a16:creationId xmlns:a16="http://schemas.microsoft.com/office/drawing/2014/main" id="{A8DF5793-DD90-470A-AE98-D398C3970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88" name="Group 89">
            <a:extLst>
              <a:ext uri="{FF2B5EF4-FFF2-40B4-BE49-F238E27FC236}">
                <a16:creationId xmlns:a16="http://schemas.microsoft.com/office/drawing/2014/main" id="{BC3EC758-1299-4D87-9CE6-4F445F26FF8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4890" name="Line 90">
              <a:extLst>
                <a:ext uri="{FF2B5EF4-FFF2-40B4-BE49-F238E27FC236}">
                  <a16:creationId xmlns:a16="http://schemas.microsoft.com/office/drawing/2014/main" id="{6BD52C64-6ACE-49C4-AFE2-394985F55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Line 91">
              <a:extLst>
                <a:ext uri="{FF2B5EF4-FFF2-40B4-BE49-F238E27FC236}">
                  <a16:creationId xmlns:a16="http://schemas.microsoft.com/office/drawing/2014/main" id="{3D2C9B69-ED39-4298-AEFC-029183916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Line 92">
              <a:extLst>
                <a:ext uri="{FF2B5EF4-FFF2-40B4-BE49-F238E27FC236}">
                  <a16:creationId xmlns:a16="http://schemas.microsoft.com/office/drawing/2014/main" id="{527397C1-E360-4D62-B052-76850F79B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93" name="Line 93">
              <a:extLst>
                <a:ext uri="{FF2B5EF4-FFF2-40B4-BE49-F238E27FC236}">
                  <a16:creationId xmlns:a16="http://schemas.microsoft.com/office/drawing/2014/main" id="{1679483E-A5D8-43C8-8A02-397578180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89" name="Line 94">
            <a:extLst>
              <a:ext uri="{FF2B5EF4-FFF2-40B4-BE49-F238E27FC236}">
                <a16:creationId xmlns:a16="http://schemas.microsoft.com/office/drawing/2014/main" id="{D0E4D2C8-F896-4A6E-AB63-6080E52D36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5052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 animBg="1"/>
      <p:bldP spid="1843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4512CE7-B2E3-4828-AD18-286DEE01B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D828178-0478-44FE-9205-E3A2E1F05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B78835F7-EAFE-4A1D-8130-1320D07D5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3675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/>
              <a:t>Dead Code </a:t>
            </a:r>
            <a:br>
              <a:rPr lang="en-US" altLang="en-US"/>
            </a:br>
            <a:r>
              <a:rPr lang="en-US" altLang="en-US"/>
              <a:t>Elimination</a:t>
            </a:r>
          </a:p>
        </p:txBody>
      </p:sp>
      <p:sp>
        <p:nvSpPr>
          <p:cNvPr id="35845" name="Content Placeholder 1">
            <a:extLst>
              <a:ext uri="{FF2B5EF4-FFF2-40B4-BE49-F238E27FC236}">
                <a16:creationId xmlns:a16="http://schemas.microsoft.com/office/drawing/2014/main" id="{997102B3-4A42-4770-A1C2-C1365500CE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graphicFrame>
        <p:nvGraphicFramePr>
          <p:cNvPr id="185349" name="Group 5">
            <a:extLst>
              <a:ext uri="{FF2B5EF4-FFF2-40B4-BE49-F238E27FC236}">
                <a16:creationId xmlns:a16="http://schemas.microsoft.com/office/drawing/2014/main" id="{0CFB8122-20E1-4F42-8C0C-B59FEFE3147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5361" name="Group 17">
            <a:extLst>
              <a:ext uri="{FF2B5EF4-FFF2-40B4-BE49-F238E27FC236}">
                <a16:creationId xmlns:a16="http://schemas.microsoft.com/office/drawing/2014/main" id="{A0DD04AE-8F65-42E6-838C-70E4D3CCC48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 = i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5373" name="Group 29">
            <a:extLst>
              <a:ext uri="{FF2B5EF4-FFF2-40B4-BE49-F238E27FC236}">
                <a16:creationId xmlns:a16="http://schemas.microsoft.com/office/drawing/2014/main" id="{D652C813-145A-44EF-A09A-3FE6567F550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882" name="Rectangle 41">
            <a:extLst>
              <a:ext uri="{FF2B5EF4-FFF2-40B4-BE49-F238E27FC236}">
                <a16:creationId xmlns:a16="http://schemas.microsoft.com/office/drawing/2014/main" id="{CAB71A04-12D6-4F8F-AA86-E960124BA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5386" name="Group 42">
            <a:extLst>
              <a:ext uri="{FF2B5EF4-FFF2-40B4-BE49-F238E27FC236}">
                <a16:creationId xmlns:a16="http://schemas.microsoft.com/office/drawing/2014/main" id="{89EA893A-3ADD-4AEF-8822-C07B13AA436E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2057400"/>
          <a:ext cx="990600" cy="1095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396" name="Group 52">
            <a:extLst>
              <a:ext uri="{FF2B5EF4-FFF2-40B4-BE49-F238E27FC236}">
                <a16:creationId xmlns:a16="http://schemas.microsoft.com/office/drawing/2014/main" id="{306D8900-2E70-42A5-8CC5-7C8734B03773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109537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5903" name="Group 62">
            <a:extLst>
              <a:ext uri="{FF2B5EF4-FFF2-40B4-BE49-F238E27FC236}">
                <a16:creationId xmlns:a16="http://schemas.microsoft.com/office/drawing/2014/main" id="{82B4C7BA-F392-4A2A-B56A-748EFDEE9B3B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5927" name="Line 63">
              <a:extLst>
                <a:ext uri="{FF2B5EF4-FFF2-40B4-BE49-F238E27FC236}">
                  <a16:creationId xmlns:a16="http://schemas.microsoft.com/office/drawing/2014/main" id="{F7AD2108-598B-46DB-97D0-F3723AF73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8" name="Line 64">
              <a:extLst>
                <a:ext uri="{FF2B5EF4-FFF2-40B4-BE49-F238E27FC236}">
                  <a16:creationId xmlns:a16="http://schemas.microsoft.com/office/drawing/2014/main" id="{4707B3A7-2887-444C-BA73-E47CB0E0F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9" name="Line 65">
              <a:extLst>
                <a:ext uri="{FF2B5EF4-FFF2-40B4-BE49-F238E27FC236}">
                  <a16:creationId xmlns:a16="http://schemas.microsoft.com/office/drawing/2014/main" id="{AC549546-1921-4B19-BE7A-8243F81B8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904" name="Group 66">
            <a:extLst>
              <a:ext uri="{FF2B5EF4-FFF2-40B4-BE49-F238E27FC236}">
                <a16:creationId xmlns:a16="http://schemas.microsoft.com/office/drawing/2014/main" id="{B1A2913E-C7DB-44DA-B050-B8165325577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5923" name="Line 67">
              <a:extLst>
                <a:ext uri="{FF2B5EF4-FFF2-40B4-BE49-F238E27FC236}">
                  <a16:creationId xmlns:a16="http://schemas.microsoft.com/office/drawing/2014/main" id="{1353453F-15EC-44BC-A490-8752052CD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4" name="Line 68">
              <a:extLst>
                <a:ext uri="{FF2B5EF4-FFF2-40B4-BE49-F238E27FC236}">
                  <a16:creationId xmlns:a16="http://schemas.microsoft.com/office/drawing/2014/main" id="{614DF615-D126-4241-9351-68096D4202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5" name="Line 69">
              <a:extLst>
                <a:ext uri="{FF2B5EF4-FFF2-40B4-BE49-F238E27FC236}">
                  <a16:creationId xmlns:a16="http://schemas.microsoft.com/office/drawing/2014/main" id="{AF08D8F7-516C-4256-B2CD-0AC8E8082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6" name="Line 70">
              <a:extLst>
                <a:ext uri="{FF2B5EF4-FFF2-40B4-BE49-F238E27FC236}">
                  <a16:creationId xmlns:a16="http://schemas.microsoft.com/office/drawing/2014/main" id="{5FA935D2-6E8B-4C5F-B4CC-901F07D82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905" name="Group 71">
            <a:extLst>
              <a:ext uri="{FF2B5EF4-FFF2-40B4-BE49-F238E27FC236}">
                <a16:creationId xmlns:a16="http://schemas.microsoft.com/office/drawing/2014/main" id="{06E88048-4ED4-47E8-B24E-671DD874548A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5919" name="Line 72">
              <a:extLst>
                <a:ext uri="{FF2B5EF4-FFF2-40B4-BE49-F238E27FC236}">
                  <a16:creationId xmlns:a16="http://schemas.microsoft.com/office/drawing/2014/main" id="{A4ABF98A-4E4C-4B02-8F0C-03B2C52A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0" name="Line 73">
              <a:extLst>
                <a:ext uri="{FF2B5EF4-FFF2-40B4-BE49-F238E27FC236}">
                  <a16:creationId xmlns:a16="http://schemas.microsoft.com/office/drawing/2014/main" id="{84169066-B6D5-42D5-9AAB-3557E1A45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1" name="Line 74">
              <a:extLst>
                <a:ext uri="{FF2B5EF4-FFF2-40B4-BE49-F238E27FC236}">
                  <a16:creationId xmlns:a16="http://schemas.microsoft.com/office/drawing/2014/main" id="{AB7D70D3-267D-41C0-9A26-306719547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2" name="Line 75">
              <a:extLst>
                <a:ext uri="{FF2B5EF4-FFF2-40B4-BE49-F238E27FC236}">
                  <a16:creationId xmlns:a16="http://schemas.microsoft.com/office/drawing/2014/main" id="{2854C485-C69C-4E83-9EC7-B7D7C479E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906" name="Group 76">
            <a:extLst>
              <a:ext uri="{FF2B5EF4-FFF2-40B4-BE49-F238E27FC236}">
                <a16:creationId xmlns:a16="http://schemas.microsoft.com/office/drawing/2014/main" id="{6BBCB201-B7A0-4455-8842-515B25CC0B37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5913" name="Text Box 77">
              <a:extLst>
                <a:ext uri="{FF2B5EF4-FFF2-40B4-BE49-F238E27FC236}">
                  <a16:creationId xmlns:a16="http://schemas.microsoft.com/office/drawing/2014/main" id="{9C9E0714-7B2F-4141-921E-618DBA73F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5914" name="Text Box 78">
              <a:extLst>
                <a:ext uri="{FF2B5EF4-FFF2-40B4-BE49-F238E27FC236}">
                  <a16:creationId xmlns:a16="http://schemas.microsoft.com/office/drawing/2014/main" id="{C4C24D9B-38D9-415B-91DE-472708A84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5915" name="Text Box 79">
              <a:extLst>
                <a:ext uri="{FF2B5EF4-FFF2-40B4-BE49-F238E27FC236}">
                  <a16:creationId xmlns:a16="http://schemas.microsoft.com/office/drawing/2014/main" id="{85E56614-75FB-492A-A1A9-60C8A6E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5916" name="Text Box 80">
              <a:extLst>
                <a:ext uri="{FF2B5EF4-FFF2-40B4-BE49-F238E27FC236}">
                  <a16:creationId xmlns:a16="http://schemas.microsoft.com/office/drawing/2014/main" id="{59156F0B-0252-4DEF-B823-496BFA552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5917" name="Text Box 81">
              <a:extLst>
                <a:ext uri="{FF2B5EF4-FFF2-40B4-BE49-F238E27FC236}">
                  <a16:creationId xmlns:a16="http://schemas.microsoft.com/office/drawing/2014/main" id="{66105B3D-362A-459C-9ABC-92BBCE86F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5918" name="Text Box 82">
              <a:extLst>
                <a:ext uri="{FF2B5EF4-FFF2-40B4-BE49-F238E27FC236}">
                  <a16:creationId xmlns:a16="http://schemas.microsoft.com/office/drawing/2014/main" id="{9823F696-EA7E-4CA3-8E59-21A39AF0F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907" name="Group 83">
            <a:extLst>
              <a:ext uri="{FF2B5EF4-FFF2-40B4-BE49-F238E27FC236}">
                <a16:creationId xmlns:a16="http://schemas.microsoft.com/office/drawing/2014/main" id="{7859A705-020F-4C39-B4CD-8E49CA8591B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5909" name="Line 84">
              <a:extLst>
                <a:ext uri="{FF2B5EF4-FFF2-40B4-BE49-F238E27FC236}">
                  <a16:creationId xmlns:a16="http://schemas.microsoft.com/office/drawing/2014/main" id="{0368A3B5-AC3F-4076-9782-367A2C959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0" name="Line 85">
              <a:extLst>
                <a:ext uri="{FF2B5EF4-FFF2-40B4-BE49-F238E27FC236}">
                  <a16:creationId xmlns:a16="http://schemas.microsoft.com/office/drawing/2014/main" id="{8745E960-BEE9-4333-A23F-1EA07F24E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1" name="Line 86">
              <a:extLst>
                <a:ext uri="{FF2B5EF4-FFF2-40B4-BE49-F238E27FC236}">
                  <a16:creationId xmlns:a16="http://schemas.microsoft.com/office/drawing/2014/main" id="{68DBC60F-FCBF-49D1-8C9D-86679180E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12" name="Line 87">
              <a:extLst>
                <a:ext uri="{FF2B5EF4-FFF2-40B4-BE49-F238E27FC236}">
                  <a16:creationId xmlns:a16="http://schemas.microsoft.com/office/drawing/2014/main" id="{4FB96733-7E35-4BBB-A301-393D361DE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908" name="Line 88">
            <a:extLst>
              <a:ext uri="{FF2B5EF4-FFF2-40B4-BE49-F238E27FC236}">
                <a16:creationId xmlns:a16="http://schemas.microsoft.com/office/drawing/2014/main" id="{9D94DD14-E3B1-43ED-87ED-EA6214B464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1242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3339BDE3-BFD6-4D6D-8BA3-59BAC5AF0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3048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6385" name="Group 17">
            <a:extLst>
              <a:ext uri="{FF2B5EF4-FFF2-40B4-BE49-F238E27FC236}">
                <a16:creationId xmlns:a16="http://schemas.microsoft.com/office/drawing/2014/main" id="{6A05E8FF-49C0-482F-B2F4-67B78DE8ED3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52095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+ 1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879" name="Rectangle 2">
            <a:extLst>
              <a:ext uri="{FF2B5EF4-FFF2-40B4-BE49-F238E27FC236}">
                <a16:creationId xmlns:a16="http://schemas.microsoft.com/office/drawing/2014/main" id="{2554975D-0D40-4E5D-B4ED-DD0494B1B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00600"/>
            <a:ext cx="2057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6880" name="Rectangle 4">
            <a:extLst>
              <a:ext uri="{FF2B5EF4-FFF2-40B4-BE49-F238E27FC236}">
                <a16:creationId xmlns:a16="http://schemas.microsoft.com/office/drawing/2014/main" id="{E985456B-DE6F-4E6B-9F5C-2B25E8252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6225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/>
              <a:t>Reduction in Strength</a:t>
            </a:r>
          </a:p>
        </p:txBody>
      </p:sp>
      <p:graphicFrame>
        <p:nvGraphicFramePr>
          <p:cNvPr id="186373" name="Group 5">
            <a:extLst>
              <a:ext uri="{FF2B5EF4-FFF2-40B4-BE49-F238E27FC236}">
                <a16:creationId xmlns:a16="http://schemas.microsoft.com/office/drawing/2014/main" id="{48E760E3-7D75-4E40-AD68-EEEF5334A55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219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6397" name="Group 29">
            <a:extLst>
              <a:ext uri="{FF2B5EF4-FFF2-40B4-BE49-F238E27FC236}">
                <a16:creationId xmlns:a16="http://schemas.microsoft.com/office/drawing/2014/main" id="{C9EEE7AC-1E8C-4E1F-BBDA-26F073F6779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91000"/>
          <a:ext cx="2057400" cy="12239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 = j –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905" name="Rectangle 41">
            <a:extLst>
              <a:ext uri="{FF2B5EF4-FFF2-40B4-BE49-F238E27FC236}">
                <a16:creationId xmlns:a16="http://schemas.microsoft.com/office/drawing/2014/main" id="{AFAFDFAF-5475-47E8-9A28-8C996BC23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6410" name="Group 42">
            <a:extLst>
              <a:ext uri="{FF2B5EF4-FFF2-40B4-BE49-F238E27FC236}">
                <a16:creationId xmlns:a16="http://schemas.microsoft.com/office/drawing/2014/main" id="{C2C981AA-6449-4BCD-9F18-B34AFCCC4E25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2057400"/>
          <a:ext cx="990600" cy="1095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420" name="Group 52">
            <a:extLst>
              <a:ext uri="{FF2B5EF4-FFF2-40B4-BE49-F238E27FC236}">
                <a16:creationId xmlns:a16="http://schemas.microsoft.com/office/drawing/2014/main" id="{18F54FAA-6644-42F5-9888-A623B872ECF0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109537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926" name="Group 62">
            <a:extLst>
              <a:ext uri="{FF2B5EF4-FFF2-40B4-BE49-F238E27FC236}">
                <a16:creationId xmlns:a16="http://schemas.microsoft.com/office/drawing/2014/main" id="{3B4DBB9F-5209-490C-BD9F-AD690219968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0" cy="4114800"/>
            <a:chOff x="2784" y="1248"/>
            <a:chExt cx="0" cy="2592"/>
          </a:xfrm>
        </p:grpSpPr>
        <p:sp>
          <p:nvSpPr>
            <p:cNvPr id="36950" name="Line 63">
              <a:extLst>
                <a:ext uri="{FF2B5EF4-FFF2-40B4-BE49-F238E27FC236}">
                  <a16:creationId xmlns:a16="http://schemas.microsoft.com/office/drawing/2014/main" id="{44983114-5D47-4A16-87FF-2B91DA031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1" name="Line 64">
              <a:extLst>
                <a:ext uri="{FF2B5EF4-FFF2-40B4-BE49-F238E27FC236}">
                  <a16:creationId xmlns:a16="http://schemas.microsoft.com/office/drawing/2014/main" id="{C204C3E5-9E27-448C-9743-8F73FDB85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52" name="Line 65">
              <a:extLst>
                <a:ext uri="{FF2B5EF4-FFF2-40B4-BE49-F238E27FC236}">
                  <a16:creationId xmlns:a16="http://schemas.microsoft.com/office/drawing/2014/main" id="{FDFE4A8B-77F8-4363-9FFA-B08F345BA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4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927" name="Group 66">
            <a:extLst>
              <a:ext uri="{FF2B5EF4-FFF2-40B4-BE49-F238E27FC236}">
                <a16:creationId xmlns:a16="http://schemas.microsoft.com/office/drawing/2014/main" id="{A4A38E0A-D19D-4191-BB65-77E3EF7EAD01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6946" name="Line 67">
              <a:extLst>
                <a:ext uri="{FF2B5EF4-FFF2-40B4-BE49-F238E27FC236}">
                  <a16:creationId xmlns:a16="http://schemas.microsoft.com/office/drawing/2014/main" id="{830AF1C9-214C-446B-AED7-605DD62ED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7" name="Line 68">
              <a:extLst>
                <a:ext uri="{FF2B5EF4-FFF2-40B4-BE49-F238E27FC236}">
                  <a16:creationId xmlns:a16="http://schemas.microsoft.com/office/drawing/2014/main" id="{5E507B01-3611-4013-94FA-41D4D52A0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8" name="Line 69">
              <a:extLst>
                <a:ext uri="{FF2B5EF4-FFF2-40B4-BE49-F238E27FC236}">
                  <a16:creationId xmlns:a16="http://schemas.microsoft.com/office/drawing/2014/main" id="{2FE3BFC5-79C7-4E28-AC06-DAA0AE82E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9" name="Line 70">
              <a:extLst>
                <a:ext uri="{FF2B5EF4-FFF2-40B4-BE49-F238E27FC236}">
                  <a16:creationId xmlns:a16="http://schemas.microsoft.com/office/drawing/2014/main" id="{19FC9B41-FF3E-47C8-83BA-CBD60FF9E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928" name="Group 71">
            <a:extLst>
              <a:ext uri="{FF2B5EF4-FFF2-40B4-BE49-F238E27FC236}">
                <a16:creationId xmlns:a16="http://schemas.microsoft.com/office/drawing/2014/main" id="{6CAD9A07-B0AE-4E18-ACE8-78BF90731A5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6942" name="Line 72">
              <a:extLst>
                <a:ext uri="{FF2B5EF4-FFF2-40B4-BE49-F238E27FC236}">
                  <a16:creationId xmlns:a16="http://schemas.microsoft.com/office/drawing/2014/main" id="{B306E1F2-B69E-4C18-870F-DFF1BCD53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3" name="Line 73">
              <a:extLst>
                <a:ext uri="{FF2B5EF4-FFF2-40B4-BE49-F238E27FC236}">
                  <a16:creationId xmlns:a16="http://schemas.microsoft.com/office/drawing/2014/main" id="{C10A9FE5-E5E1-4D61-83A7-7B218449F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4" name="Line 74">
              <a:extLst>
                <a:ext uri="{FF2B5EF4-FFF2-40B4-BE49-F238E27FC236}">
                  <a16:creationId xmlns:a16="http://schemas.microsoft.com/office/drawing/2014/main" id="{94911F88-720C-4D74-A5A4-6EA2B3261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45" name="Line 75">
              <a:extLst>
                <a:ext uri="{FF2B5EF4-FFF2-40B4-BE49-F238E27FC236}">
                  <a16:creationId xmlns:a16="http://schemas.microsoft.com/office/drawing/2014/main" id="{EB483B70-6F93-49CC-BB72-000ADBB94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929" name="Group 76">
            <a:extLst>
              <a:ext uri="{FF2B5EF4-FFF2-40B4-BE49-F238E27FC236}">
                <a16:creationId xmlns:a16="http://schemas.microsoft.com/office/drawing/2014/main" id="{6C107BBD-E5C7-40B8-A04D-60F395484E6A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7391400" cy="5700713"/>
            <a:chOff x="0" y="144"/>
            <a:chExt cx="4656" cy="3591"/>
          </a:xfrm>
        </p:grpSpPr>
        <p:sp>
          <p:nvSpPr>
            <p:cNvPr id="36936" name="Text Box 77">
              <a:extLst>
                <a:ext uri="{FF2B5EF4-FFF2-40B4-BE49-F238E27FC236}">
                  <a16:creationId xmlns:a16="http://schemas.microsoft.com/office/drawing/2014/main" id="{B4D75E54-2E95-4017-A2A5-A6D055C16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6937" name="Text Box 78">
              <a:extLst>
                <a:ext uri="{FF2B5EF4-FFF2-40B4-BE49-F238E27FC236}">
                  <a16:creationId xmlns:a16="http://schemas.microsoft.com/office/drawing/2014/main" id="{C3FF307E-A3AA-4AD9-BE28-7EC6A46CD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6938" name="Text Box 79">
              <a:extLst>
                <a:ext uri="{FF2B5EF4-FFF2-40B4-BE49-F238E27FC236}">
                  <a16:creationId xmlns:a16="http://schemas.microsoft.com/office/drawing/2014/main" id="{583CC842-25F3-4A92-9700-B64E917BC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6939" name="Text Box 80">
              <a:extLst>
                <a:ext uri="{FF2B5EF4-FFF2-40B4-BE49-F238E27FC236}">
                  <a16:creationId xmlns:a16="http://schemas.microsoft.com/office/drawing/2014/main" id="{1EC315D5-552E-4924-94B7-3282C8A87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6940" name="Text Box 81">
              <a:extLst>
                <a:ext uri="{FF2B5EF4-FFF2-40B4-BE49-F238E27FC236}">
                  <a16:creationId xmlns:a16="http://schemas.microsoft.com/office/drawing/2014/main" id="{88BC359B-45C7-4570-8604-5156B58DD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6941" name="Text Box 82">
              <a:extLst>
                <a:ext uri="{FF2B5EF4-FFF2-40B4-BE49-F238E27FC236}">
                  <a16:creationId xmlns:a16="http://schemas.microsoft.com/office/drawing/2014/main" id="{83D269E3-9512-4F98-A2B5-6BDA30CA2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930" name="Group 83">
            <a:extLst>
              <a:ext uri="{FF2B5EF4-FFF2-40B4-BE49-F238E27FC236}">
                <a16:creationId xmlns:a16="http://schemas.microsoft.com/office/drawing/2014/main" id="{D1D23BB0-6980-467D-BF10-90893EC9C79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57400"/>
            <a:ext cx="5334000" cy="4572000"/>
            <a:chOff x="192" y="1296"/>
            <a:chExt cx="3360" cy="2880"/>
          </a:xfrm>
        </p:grpSpPr>
        <p:sp>
          <p:nvSpPr>
            <p:cNvPr id="36932" name="Line 84">
              <a:extLst>
                <a:ext uri="{FF2B5EF4-FFF2-40B4-BE49-F238E27FC236}">
                  <a16:creationId xmlns:a16="http://schemas.microsoft.com/office/drawing/2014/main" id="{C942E657-5722-447F-B3F6-77CA4E904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3" name="Line 85">
              <a:extLst>
                <a:ext uri="{FF2B5EF4-FFF2-40B4-BE49-F238E27FC236}">
                  <a16:creationId xmlns:a16="http://schemas.microsoft.com/office/drawing/2014/main" id="{051483D9-209C-4A19-B223-FFD2BC680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296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4" name="Line 86">
              <a:extLst>
                <a:ext uri="{FF2B5EF4-FFF2-40B4-BE49-F238E27FC236}">
                  <a16:creationId xmlns:a16="http://schemas.microsoft.com/office/drawing/2014/main" id="{8D276833-DB65-4BBE-BF90-BFF5E3579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29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5" name="Line 87">
              <a:extLst>
                <a:ext uri="{FF2B5EF4-FFF2-40B4-BE49-F238E27FC236}">
                  <a16:creationId xmlns:a16="http://schemas.microsoft.com/office/drawing/2014/main" id="{A043432C-D634-443E-881A-5B3202775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931" name="Line 88">
            <a:extLst>
              <a:ext uri="{FF2B5EF4-FFF2-40B4-BE49-F238E27FC236}">
                <a16:creationId xmlns:a16="http://schemas.microsoft.com/office/drawing/2014/main" id="{47C72887-169D-4881-9B9A-5A5F067C09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1242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421" name="Group 29">
            <a:extLst>
              <a:ext uri="{FF2B5EF4-FFF2-40B4-BE49-F238E27FC236}">
                <a16:creationId xmlns:a16="http://schemas.microsoft.com/office/drawing/2014/main" id="{4EE50211-A94B-44BC-BDEC-384FF34FF8D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495800"/>
          <a:ext cx="2057400" cy="919163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- 4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&gt;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7411" name="Group 19">
            <a:extLst>
              <a:ext uri="{FF2B5EF4-FFF2-40B4-BE49-F238E27FC236}">
                <a16:creationId xmlns:a16="http://schemas.microsoft.com/office/drawing/2014/main" id="{0D6A3ECB-5A11-4710-9E20-1C12FFC66ED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3124200"/>
          <a:ext cx="1981200" cy="9144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+ 4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if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&lt; v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goto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B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910" name="Rectangle 2">
            <a:extLst>
              <a:ext uri="{FF2B5EF4-FFF2-40B4-BE49-F238E27FC236}">
                <a16:creationId xmlns:a16="http://schemas.microsoft.com/office/drawing/2014/main" id="{A2D108F8-AFD1-4023-A796-D1000CA8F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1371600"/>
          </a:xfrm>
        </p:spPr>
        <p:txBody>
          <a:bodyPr/>
          <a:lstStyle/>
          <a:p>
            <a:pPr algn="r" eaLnBrk="1" hangingPunct="1"/>
            <a:r>
              <a:rPr lang="en-US" altLang="en-US"/>
              <a:t>Reduction in Strength</a:t>
            </a:r>
          </a:p>
        </p:txBody>
      </p:sp>
      <p:graphicFrame>
        <p:nvGraphicFramePr>
          <p:cNvPr id="187395" name="Group 3">
            <a:extLst>
              <a:ext uri="{FF2B5EF4-FFF2-40B4-BE49-F238E27FC236}">
                <a16:creationId xmlns:a16="http://schemas.microsoft.com/office/drawing/2014/main" id="{1838ED85-476A-4A00-A901-E67894E1A72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685800"/>
          <a:ext cx="1981200" cy="18288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= m - 1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j =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=4 *  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v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 4 * 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4 * 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927" name="Rectangle 39">
            <a:extLst>
              <a:ext uri="{FF2B5EF4-FFF2-40B4-BE49-F238E27FC236}">
                <a16:creationId xmlns:a16="http://schemas.microsoft.com/office/drawing/2014/main" id="{4AF62CD9-A4F3-49AE-9557-0854A7D56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19800"/>
            <a:ext cx="19812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if i &gt;= j goto B</a:t>
            </a:r>
            <a:r>
              <a:rPr lang="en-US" altLang="en-US" sz="1400" baseline="-25000">
                <a:latin typeface="Times New Roman" panose="02020603050405020304" pitchFamily="18" charset="0"/>
              </a:rPr>
              <a:t>6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87432" name="Group 40">
            <a:extLst>
              <a:ext uri="{FF2B5EF4-FFF2-40B4-BE49-F238E27FC236}">
                <a16:creationId xmlns:a16="http://schemas.microsoft.com/office/drawing/2014/main" id="{2C9CBB01-B5BF-4BFB-B880-2F0D8B07FFB1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2057400"/>
          <a:ext cx="990600" cy="10953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goto B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7442" name="Group 50">
            <a:extLst>
              <a:ext uri="{FF2B5EF4-FFF2-40B4-BE49-F238E27FC236}">
                <a16:creationId xmlns:a16="http://schemas.microsoft.com/office/drawing/2014/main" id="{F09C3973-1905-41C0-9E14-335A61B1154A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133600"/>
          <a:ext cx="1066800" cy="1095375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a[t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a[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a[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t</a:t>
                      </a:r>
                      <a:r>
                        <a:rPr kumimoji="0" lang="en-US" sz="1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 = t</a:t>
                      </a:r>
                      <a:r>
                        <a:rPr kumimoji="0" lang="en-US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948" name="Line 60">
            <a:extLst>
              <a:ext uri="{FF2B5EF4-FFF2-40B4-BE49-F238E27FC236}">
                <a16:creationId xmlns:a16="http://schemas.microsoft.com/office/drawing/2014/main" id="{4BD11A97-8A88-4C61-B475-37C31BD0F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514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9" name="Line 61">
            <a:extLst>
              <a:ext uri="{FF2B5EF4-FFF2-40B4-BE49-F238E27FC236}">
                <a16:creationId xmlns:a16="http://schemas.microsoft.com/office/drawing/2014/main" id="{3303C204-AFA0-4CC9-93A7-F5C0A6BAE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038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0" name="Line 62">
            <a:extLst>
              <a:ext uri="{FF2B5EF4-FFF2-40B4-BE49-F238E27FC236}">
                <a16:creationId xmlns:a16="http://schemas.microsoft.com/office/drawing/2014/main" id="{DB5E52F2-FE46-4F1F-A8ED-7F88DDA02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41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951" name="Group 63">
            <a:extLst>
              <a:ext uri="{FF2B5EF4-FFF2-40B4-BE49-F238E27FC236}">
                <a16:creationId xmlns:a16="http://schemas.microsoft.com/office/drawing/2014/main" id="{25BFC9DD-876C-4EA5-AC07-327BEE3C444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524000"/>
            <a:ext cx="5105400" cy="4495800"/>
            <a:chOff x="1680" y="960"/>
            <a:chExt cx="3216" cy="2832"/>
          </a:xfrm>
        </p:grpSpPr>
        <p:sp>
          <p:nvSpPr>
            <p:cNvPr id="37970" name="Line 64">
              <a:extLst>
                <a:ext uri="{FF2B5EF4-FFF2-40B4-BE49-F238E27FC236}">
                  <a16:creationId xmlns:a16="http://schemas.microsoft.com/office/drawing/2014/main" id="{9B4DB0A3-0672-4C98-BE06-3FEA142F9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7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1" name="Line 65">
              <a:extLst>
                <a:ext uri="{FF2B5EF4-FFF2-40B4-BE49-F238E27FC236}">
                  <a16:creationId xmlns:a16="http://schemas.microsoft.com/office/drawing/2014/main" id="{5F687E66-A305-4E91-9A90-BCC49E088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960"/>
              <a:ext cx="0" cy="2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2" name="Line 66">
              <a:extLst>
                <a:ext uri="{FF2B5EF4-FFF2-40B4-BE49-F238E27FC236}">
                  <a16:creationId xmlns:a16="http://schemas.microsoft.com/office/drawing/2014/main" id="{0FCE392C-9128-4CFE-B6BA-063174043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96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73" name="Line 67">
              <a:extLst>
                <a:ext uri="{FF2B5EF4-FFF2-40B4-BE49-F238E27FC236}">
                  <a16:creationId xmlns:a16="http://schemas.microsoft.com/office/drawing/2014/main" id="{3E4F34A7-A11F-4C98-9ED4-82E6439F9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952" name="Group 68">
            <a:extLst>
              <a:ext uri="{FF2B5EF4-FFF2-40B4-BE49-F238E27FC236}">
                <a16:creationId xmlns:a16="http://schemas.microsoft.com/office/drawing/2014/main" id="{2AF8AA20-6868-40B4-BB2D-AC668DAF4D5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676400"/>
            <a:ext cx="2971800" cy="4648200"/>
            <a:chOff x="1680" y="1056"/>
            <a:chExt cx="1872" cy="2928"/>
          </a:xfrm>
        </p:grpSpPr>
        <p:sp>
          <p:nvSpPr>
            <p:cNvPr id="37966" name="Line 69">
              <a:extLst>
                <a:ext uri="{FF2B5EF4-FFF2-40B4-BE49-F238E27FC236}">
                  <a16:creationId xmlns:a16="http://schemas.microsoft.com/office/drawing/2014/main" id="{EFE28648-AD54-4EEF-B5C5-6880B147B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98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7" name="Line 70">
              <a:extLst>
                <a:ext uri="{FF2B5EF4-FFF2-40B4-BE49-F238E27FC236}">
                  <a16:creationId xmlns:a16="http://schemas.microsoft.com/office/drawing/2014/main" id="{27A49757-C266-4F03-9C3B-D5A852FAA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056"/>
              <a:ext cx="0" cy="2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8" name="Line 71">
              <a:extLst>
                <a:ext uri="{FF2B5EF4-FFF2-40B4-BE49-F238E27FC236}">
                  <a16:creationId xmlns:a16="http://schemas.microsoft.com/office/drawing/2014/main" id="{D61A3F1B-2400-4D89-A5A8-9A0220C7D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69" name="Line 72">
              <a:extLst>
                <a:ext uri="{FF2B5EF4-FFF2-40B4-BE49-F238E27FC236}">
                  <a16:creationId xmlns:a16="http://schemas.microsoft.com/office/drawing/2014/main" id="{3D818C6C-DB92-4F9D-8D3E-8C870185C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05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953" name="Group 73">
            <a:extLst>
              <a:ext uri="{FF2B5EF4-FFF2-40B4-BE49-F238E27FC236}">
                <a16:creationId xmlns:a16="http://schemas.microsoft.com/office/drawing/2014/main" id="{3311FD5F-2BD0-4665-A5B3-BDE9527C1EB6}"/>
              </a:ext>
            </a:extLst>
          </p:cNvPr>
          <p:cNvGrpSpPr>
            <a:grpSpLocks/>
          </p:cNvGrpSpPr>
          <p:nvPr/>
        </p:nvGrpSpPr>
        <p:grpSpPr bwMode="auto">
          <a:xfrm>
            <a:off x="0" y="685800"/>
            <a:ext cx="7391400" cy="5700713"/>
            <a:chOff x="0" y="144"/>
            <a:chExt cx="4656" cy="3591"/>
          </a:xfrm>
        </p:grpSpPr>
        <p:sp>
          <p:nvSpPr>
            <p:cNvPr id="37960" name="Text Box 74">
              <a:extLst>
                <a:ext uri="{FF2B5EF4-FFF2-40B4-BE49-F238E27FC236}">
                  <a16:creationId xmlns:a16="http://schemas.microsoft.com/office/drawing/2014/main" id="{BADA71DC-DC5C-4DCE-A1BD-7902341F6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4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7961" name="Text Box 75">
              <a:extLst>
                <a:ext uri="{FF2B5EF4-FFF2-40B4-BE49-F238E27FC236}">
                  <a16:creationId xmlns:a16="http://schemas.microsoft.com/office/drawing/2014/main" id="{60DBCA31-BAE8-42F4-A1B7-35CC6E7DB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7962" name="Text Box 76">
              <a:extLst>
                <a:ext uri="{FF2B5EF4-FFF2-40B4-BE49-F238E27FC236}">
                  <a16:creationId xmlns:a16="http://schemas.microsoft.com/office/drawing/2014/main" id="{90A5F5FA-02B9-4D2D-8A27-961851D08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0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7963" name="Text Box 77">
              <a:extLst>
                <a:ext uri="{FF2B5EF4-FFF2-40B4-BE49-F238E27FC236}">
                  <a16:creationId xmlns:a16="http://schemas.microsoft.com/office/drawing/2014/main" id="{E0C1BCD9-3D3C-4B33-8448-91F6832AA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4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7964" name="Text Box 78">
              <a:extLst>
                <a:ext uri="{FF2B5EF4-FFF2-40B4-BE49-F238E27FC236}">
                  <a16:creationId xmlns:a16="http://schemas.microsoft.com/office/drawing/2014/main" id="{D30E29DE-DFF2-4A90-9A47-476A497F1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37965" name="Text Box 79">
              <a:extLst>
                <a:ext uri="{FF2B5EF4-FFF2-40B4-BE49-F238E27FC236}">
                  <a16:creationId xmlns:a16="http://schemas.microsoft.com/office/drawing/2014/main" id="{807FFFC2-CAE4-4AB9-9DD1-92AC8E788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05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</a:t>
              </a:r>
              <a:r>
                <a:rPr lang="en-US" altLang="en-US" sz="1800" baseline="-25000">
                  <a:latin typeface="Times New Roman" panose="02020603050405020304" pitchFamily="18" charset="0"/>
                </a:rPr>
                <a:t>6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54" name="Group 80">
            <a:extLst>
              <a:ext uri="{FF2B5EF4-FFF2-40B4-BE49-F238E27FC236}">
                <a16:creationId xmlns:a16="http://schemas.microsoft.com/office/drawing/2014/main" id="{87F8A952-334C-4C20-B425-311AE54835AB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819400"/>
            <a:ext cx="5334000" cy="3810000"/>
            <a:chOff x="192" y="1776"/>
            <a:chExt cx="3360" cy="2400"/>
          </a:xfrm>
        </p:grpSpPr>
        <p:sp>
          <p:nvSpPr>
            <p:cNvPr id="37956" name="Line 81">
              <a:extLst>
                <a:ext uri="{FF2B5EF4-FFF2-40B4-BE49-F238E27FC236}">
                  <a16:creationId xmlns:a16="http://schemas.microsoft.com/office/drawing/2014/main" id="{767FA6C9-2A80-4EBA-BACB-252242F1B5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4176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7" name="Line 82">
              <a:extLst>
                <a:ext uri="{FF2B5EF4-FFF2-40B4-BE49-F238E27FC236}">
                  <a16:creationId xmlns:a16="http://schemas.microsoft.com/office/drawing/2014/main" id="{5E43C146-5CF5-4A4D-99A3-9A94F5DC6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1776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8" name="Line 83">
              <a:extLst>
                <a:ext uri="{FF2B5EF4-FFF2-40B4-BE49-F238E27FC236}">
                  <a16:creationId xmlns:a16="http://schemas.microsoft.com/office/drawing/2014/main" id="{DB655672-EE90-4694-8816-BCB0D3180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7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9" name="Line 84">
              <a:extLst>
                <a:ext uri="{FF2B5EF4-FFF2-40B4-BE49-F238E27FC236}">
                  <a16:creationId xmlns:a16="http://schemas.microsoft.com/office/drawing/2014/main" id="{B7D67A71-9AB4-47F3-AC5B-698B9CDFC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7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955" name="Line 85">
            <a:extLst>
              <a:ext uri="{FF2B5EF4-FFF2-40B4-BE49-F238E27FC236}">
                <a16:creationId xmlns:a16="http://schemas.microsoft.com/office/drawing/2014/main" id="{654214A7-515B-4B3C-89C9-A90D32F836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124200"/>
            <a:ext cx="0" cy="350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1930</TotalTime>
  <Words>4172</Words>
  <Application>Microsoft Office PowerPoint</Application>
  <PresentationFormat>On-screen Show (4:3)</PresentationFormat>
  <Paragraphs>807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Wingdings</vt:lpstr>
      <vt:lpstr>Arial Black</vt:lpstr>
      <vt:lpstr>Times New Roman</vt:lpstr>
      <vt:lpstr>Courier</vt:lpstr>
      <vt:lpstr>Symbol</vt:lpstr>
      <vt:lpstr>Courier New</vt:lpstr>
      <vt:lpstr>Times</vt:lpstr>
      <vt:lpstr>Pixel</vt:lpstr>
      <vt:lpstr>Unit12 Code Optimization</vt:lpstr>
      <vt:lpstr>Introduction</vt:lpstr>
      <vt:lpstr>Peephole Optimizations </vt:lpstr>
      <vt:lpstr>Peephole Optimizations</vt:lpstr>
      <vt:lpstr>Peephole Optimizations</vt:lpstr>
      <vt:lpstr>Basic Block Level</vt:lpstr>
      <vt:lpstr>Flow Graphs</vt:lpstr>
      <vt:lpstr>Basic Blocks</vt:lpstr>
      <vt:lpstr>Basic Blocks and Control Flow Graphs</vt:lpstr>
      <vt:lpstr>Successor and Predecessor Blocks</vt:lpstr>
      <vt:lpstr>Partition Algorithm for Basic Blocks</vt:lpstr>
      <vt:lpstr>Simple example: a[i+1] = b[i+1]</vt:lpstr>
      <vt:lpstr>PowerPoint Presentation</vt:lpstr>
      <vt:lpstr>Optimizations on CFG</vt:lpstr>
      <vt:lpstr>Three Address Code of Quick Sort</vt:lpstr>
      <vt:lpstr>Find The Basic Block</vt:lpstr>
      <vt:lpstr>Flow Graph</vt:lpstr>
      <vt:lpstr>Common Subexpression  Elimination</vt:lpstr>
      <vt:lpstr>Common Subexpression  Elimination</vt:lpstr>
      <vt:lpstr>Common Subexpression Elimination</vt:lpstr>
      <vt:lpstr>Common Subexpression  Elimination</vt:lpstr>
      <vt:lpstr>Common Subexpression Elimination</vt:lpstr>
      <vt:lpstr>Common Subexpression  Elimination</vt:lpstr>
      <vt:lpstr>Common Subexpression  Elimination</vt:lpstr>
      <vt:lpstr>Common Subexpression  Elimination</vt:lpstr>
      <vt:lpstr>Common Subexpression  Elimination</vt:lpstr>
      <vt:lpstr>Common Subexpression  Elimination</vt:lpstr>
      <vt:lpstr>Common Subexpression  Elimination</vt:lpstr>
      <vt:lpstr>Common Subexpression  Elimination</vt:lpstr>
      <vt:lpstr>Dead Code  Elimination</vt:lpstr>
      <vt:lpstr>Dead Code  Elimination</vt:lpstr>
      <vt:lpstr>Reduction in Strength</vt:lpstr>
      <vt:lpstr>Reduction in Strength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242</cp:revision>
  <dcterms:created xsi:type="dcterms:W3CDTF">2008-08-10T02:45:21Z</dcterms:created>
  <dcterms:modified xsi:type="dcterms:W3CDTF">2021-01-19T14:28:14Z</dcterms:modified>
</cp:coreProperties>
</file>